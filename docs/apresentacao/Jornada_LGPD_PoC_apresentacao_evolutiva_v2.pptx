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ca047f32748bf" /><Relationship Type="http://schemas.openxmlformats.org/officeDocument/2006/relationships/extended-properties" Target="/docProps/app.xml" Id="Ra4453072cb6a4f39" /><Relationship Type="http://schemas.openxmlformats.org/officeDocument/2006/relationships/officeDocument" Target="/ppt/presentation.xml" Id="R97d36cd508be44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bdd619355f4fb3"/>
  </p:sldMasterIdLst>
  <p:notesMasterIdLst>
    <p:notesMasterId xmlns:r="http://schemas.openxmlformats.org/officeDocument/2006/relationships" r:id="Ra2dc56533a2940b1"/>
  </p:notesMasterIdLst>
  <p:sldIdLst>
    <p:sldId xmlns:r="http://schemas.openxmlformats.org/officeDocument/2006/relationships" id="256" r:id="R30691143216f4357"/>
    <p:sldId xmlns:r="http://schemas.openxmlformats.org/officeDocument/2006/relationships" id="257" r:id="R01c1a3470f7347c4"/>
    <p:sldId xmlns:r="http://schemas.openxmlformats.org/officeDocument/2006/relationships" id="258" r:id="Rf2cfa2adce2049a7"/>
    <p:sldId xmlns:r="http://schemas.openxmlformats.org/officeDocument/2006/relationships" id="259" r:id="Re0844332a278494c"/>
    <p:sldId xmlns:r="http://schemas.openxmlformats.org/officeDocument/2006/relationships" id="260" r:id="Rd5931a6a34ce43f5"/>
    <p:sldId xmlns:r="http://schemas.openxmlformats.org/officeDocument/2006/relationships" id="261" r:id="R1731de7af9994b92"/>
    <p:sldId xmlns:r="http://schemas.openxmlformats.org/officeDocument/2006/relationships" id="262" r:id="R2ea11feb15284768"/>
    <p:sldId xmlns:r="http://schemas.openxmlformats.org/officeDocument/2006/relationships" id="263" r:id="R14cfd745b7cd40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c00b7cd59143a6" /><Relationship Type="http://schemas.openxmlformats.org/officeDocument/2006/relationships/slideMaster" Target="/ppt/slideMasters/slideMaster1.xml" Id="R0fbdd619355f4fb3" /><Relationship Type="http://schemas.openxmlformats.org/officeDocument/2006/relationships/notesMaster" Target="/ppt/notesMasters/notesMaster1.xml" Id="Ra2dc56533a2940b1" /><Relationship Type="http://schemas.openxmlformats.org/officeDocument/2006/relationships/presProps" Target="/ppt/presProps.xml" Id="R32a9d84ee11b4565" /><Relationship Type="http://schemas.openxmlformats.org/officeDocument/2006/relationships/tableStyles" Target="/ppt/tableStyles.xml" Id="R8d607497bac3407f" /><Relationship Type="http://schemas.openxmlformats.org/officeDocument/2006/relationships/slide" Target="/ppt/slides/slide1.xml" Id="R30691143216f4357" /><Relationship Type="http://schemas.openxmlformats.org/officeDocument/2006/relationships/slide" Target="/ppt/slides/slide2.xml" Id="R01c1a3470f7347c4" /><Relationship Type="http://schemas.openxmlformats.org/officeDocument/2006/relationships/slide" Target="/ppt/slides/slide3.xml" Id="Rf2cfa2adce2049a7" /><Relationship Type="http://schemas.openxmlformats.org/officeDocument/2006/relationships/slide" Target="/ppt/slides/slide4.xml" Id="Re0844332a278494c" /><Relationship Type="http://schemas.openxmlformats.org/officeDocument/2006/relationships/slide" Target="/ppt/slides/slide5.xml" Id="Rd5931a6a34ce43f5" /><Relationship Type="http://schemas.openxmlformats.org/officeDocument/2006/relationships/slide" Target="/ppt/slides/slide6.xml" Id="R1731de7af9994b92" /><Relationship Type="http://schemas.openxmlformats.org/officeDocument/2006/relationships/slide" Target="/ppt/slides/slide7.xml" Id="R2ea11feb15284768" /><Relationship Type="http://schemas.openxmlformats.org/officeDocument/2006/relationships/slide" Target="/ppt/slides/slide8.xml" Id="R14cfd745b7cd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6e7b54ee2b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7d22f3043410c" /><Relationship Type="http://schemas.openxmlformats.org/officeDocument/2006/relationships/notesMaster" Target="/ppt/notesMasters/notesMaster1.xml" Id="Rd04feed2faf947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0b701ed7b14e86" /><Relationship Type="http://schemas.openxmlformats.org/officeDocument/2006/relationships/notesMaster" Target="/ppt/notesMasters/notesMaster1.xml" Id="R7a8c69e46b1a4c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5146a04374d62" /><Relationship Type="http://schemas.openxmlformats.org/officeDocument/2006/relationships/notesMaster" Target="/ppt/notesMasters/notesMaster1.xml" Id="R40e5f07c5faf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53ba89b30b4c83" /><Relationship Type="http://schemas.openxmlformats.org/officeDocument/2006/relationships/notesMaster" Target="/ppt/notesMasters/notesMaster1.xml" Id="R5a859b818d1d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0c8dad1f7d42d2" /><Relationship Type="http://schemas.openxmlformats.org/officeDocument/2006/relationships/notesMaster" Target="/ppt/notesMasters/notesMaster1.xml" Id="R6eac09440d6048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22e56bdac448f6" /><Relationship Type="http://schemas.openxmlformats.org/officeDocument/2006/relationships/notesMaster" Target="/ppt/notesMasters/notesMaster1.xml" Id="Rdfa4dfaa99e6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4595e45c694c07" /><Relationship Type="http://schemas.openxmlformats.org/officeDocument/2006/relationships/notesMaster" Target="/ppt/notesMasters/notesMaster1.xml" Id="R919311983efb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fed1477ae949fa" /><Relationship Type="http://schemas.openxmlformats.org/officeDocument/2006/relationships/notesMaster" Target="/ppt/notesMasters/notesMaster1.xml" Id="R30e15500efea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iniciada em 17/10/2026 para acompanhar a evolução da PoC.</a:t>
            </a:r>
          </a:p>
          <a:p xmlns:a="http://schemas.openxmlformats.org/drawingml/2006/main">
            <a:r>
              <a:t>Identidade institucional: Prefeitura Municipal de Hortolândia, Secretaria de Planejamento Urbano e Gestão Estratégica.</a:t>
            </a:r>
          </a:p>
          <a:p xmlns:a="http://schemas.openxmlformats.org/drawingml/2006/main">
            <a:r>
              <a:t>Brasão municipal extraído da CARTILHA_LGPD_REV30_11_2026-10-16.docx, conforme padrão indicado pelo usuário.</a:t>
            </a:r>
          </a:p>
          <a:p xmlns:a="http://schemas.openxmlformats.org/drawingml/2006/main">
            <a:r>
              <a:t>Referências institucionais de reporte: Andreia Missio, Secretária Adjunta, e Eduardo Marchetti Francisco, Secretário Municipal.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Inventário de dados2.pdf. O próprio formulário declara adaptação do modelo do Poder Executivo Estadual do Mato Grosso do Sul.</a:t>
            </a:r>
          </a:p>
          <a:p xmlns:a="http://schemas.openxmlformats.org/drawingml/2006/main">
            <a:r>
              <a:t>Fonte: docs/planejamento/LGPD_PoC.docx. Registra PoC nuclear, PoC ampliada essencial e itens fora do escopo de 2026.</a:t>
            </a:r>
          </a:p>
          <a:p xmlns:a="http://schemas.openxmlformats.org/drawingml/2006/main">
            <a:r>
              <a:t>Fonte visual: docs/apresentacao/assets/capa_guia_mato_grosso_do_sul.png.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Rótulos históricos recuperados em SAD_03_ATORES_PAPEIS_E_PERMISSOES_REV07.docx, SAD_04_WORKFLOW_E_ESTADOS_REV07.docx e SAD_05_MODELO_DE_DADOS_E_IDENTIFICADORES_REV07.docx.</a:t>
            </a:r>
          </a:p>
          <a:p xmlns:a="http://schemas.openxmlformats.org/drawingml/2006/main">
            <a:r>
              <a:t>Fonte vigente de arquitetura: SAD_02_REQUISITOS_FUNCIONAIS_REV17.docx. Os campos internos dos FORMs ficam fora do SAD 02, mas os quatro instrumentos permanecem vinculados ao mesmo Identificador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README.md. O catálogo operacional lista serviços, processos e atividades que tratam ou podem tratar dados pessoais.</a:t>
            </a:r>
          </a:p>
          <a:p xmlns:a="http://schemas.openxmlformats.org/drawingml/2006/main">
            <a:r>
              <a:t>Fonte: CARTILHA_LGPD_REV30_11_2026-10-16.docx. O inventário sustenta finalidades, bases legais, compartilhamentos, retenção, segurança e avaliação de riscos.</a:t>
            </a:r>
          </a:p>
          <a:p xmlns:a="http://schemas.openxmlformats.org/drawingml/2006/main">
            <a:r>
              <a:t>Decisão de trabalho discutida em 16/10 e 17/10: explicitar a triagem LGPD e os controles para dados sensíveis nos próximos incrementos.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README.md, seção PoC nuclear x PoC ampliada.</a:t>
            </a:r>
          </a:p>
          <a:p xmlns:a="http://schemas.openxmlformats.org/drawingml/2006/main">
            <a:r>
              <a:t>Fonte: docs/planejamento/LGPD_PoC.docx, seções 3 e 4.</a:t>
            </a:r>
          </a:p>
          <a:p xmlns:a="http://schemas.openxmlformats.org/drawingml/2006/main">
            <a:r>
              <a:t>Fonte: SAD_09_POC_E_VALIDACAO_TECNICA_REV12.docx e SAD_10_DECISOES_DE_ARQUITETURA_REV16.docx.</a:t>
            </a:r>
          </a:p>
          <a:p xmlns:a="http://schemas.openxmlformats.org/drawingml/2006/main">
            <a:r>
              <a:t>A expressão 'segundo instrumento mínimo executável' não define qual dos FORMs 2 a 4 será escolhido. Essa escolha permanece pendente.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README.md e docs/arquitetura/MAPA_M1a.md.</a:t>
            </a:r>
          </a:p>
          <a:p xmlns:a="http://schemas.openxmlformats.org/drawingml/2006/main">
            <a:r>
              <a:t>Implementação local ainda não commitada em 17/10/2026. Preservar esse status até decisão explícita de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execução local de pytest -q em 17/10/2026. Toda a suíte passou.</a:t>
            </a:r>
          </a:p>
          <a:p xmlns:a="http://schemas.openxmlformats.org/drawingml/2006/main">
            <a:r>
              <a:t>Coleta: duplicidade 18, idempotência 6, integridade 5, numeração 3, rascunho 14, segregação 2, submissão 59, transversalidade 6.</a:t>
            </a:r>
          </a:p>
          <a:p xmlns:a="http://schemas.openxmlformats.org/drawingml/2006/main">
            <a:r>
              <a:t>Fonte: migracoes.aplicar em 17/10/2026. Sete versões aplicadas e nenhuma pendente.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README.md, docs/arquitetura/MAPA_M1a.md e docs/planejamento/LGPD_PoC.docx.</a:t>
            </a:r>
          </a:p>
          <a:p xmlns:a="http://schemas.openxmlformats.org/drawingml/2006/main">
            <a:r>
              <a:t>Os dois reforços de recorte são decisões de desenho a incorporar em incremento posterior, não funcionalidades já concluídas.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ade8c504742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43e3fdf2248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4e7f677c640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287c2fc734d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3e2f9e29746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f4ccc6b924d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5712C3-4FE7-4A01-B7A7-ED02EB1D8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E79922-20B8-4C89-A378-9736B55A32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7DCFF2-6CD9-43DF-9B0F-0354E0D70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80CDBB-1D3C-4CE9-B30D-2A6D239DB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6055E2-AE89-42D6-980C-9B4A3E04F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FD2183-A54E-46AD-BC9B-EBDB0EF3D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9EF423-728B-4486-BAEA-A8E7C99E75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64D6FE-EFC4-4526-9965-EDBD2EF4A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EE4D78-58ED-4BF9-91F5-C0540B284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45792E-05E4-4255-831B-0AE1465EB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38bcbf15844cd" /><Relationship Type="http://schemas.openxmlformats.org/officeDocument/2006/relationships/slideLayout" Target="/ppt/slideLayouts/slideLayout1.xml" Id="R6d09111bd43d4a65" /><Relationship Type="http://schemas.openxmlformats.org/officeDocument/2006/relationships/slideLayout" Target="/ppt/slideLayouts/slideLayout2.xml" Id="R6c967fa0b3fd44d0" /><Relationship Type="http://schemas.openxmlformats.org/officeDocument/2006/relationships/slideLayout" Target="/ppt/slideLayouts/slideLayout3.xml" Id="R12bea6faf77a4031" /><Relationship Type="http://schemas.openxmlformats.org/officeDocument/2006/relationships/slideLayout" Target="/ppt/slideLayouts/slideLayout4.xml" Id="R90bba20652cf4edf" /><Relationship Type="http://schemas.openxmlformats.org/officeDocument/2006/relationships/slideLayout" Target="/ppt/slideLayouts/slideLayout5.xml" Id="R28327a17b5a34c8a" /><Relationship Type="http://schemas.openxmlformats.org/officeDocument/2006/relationships/slideLayout" Target="/ppt/slideLayouts/slideLayout6.xml" Id="R8a2310f6110b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09111bd43d4a65"/>
    <p:sldLayoutId xmlns:r="http://schemas.openxmlformats.org/officeDocument/2006/relationships" id="2147483650" r:id="R6c967fa0b3fd44d0"/>
    <p:sldLayoutId xmlns:r="http://schemas.openxmlformats.org/officeDocument/2006/relationships" id="2147483651" r:id="R12bea6faf77a4031"/>
    <p:sldLayoutId xmlns:r="http://schemas.openxmlformats.org/officeDocument/2006/relationships" id="2147483652" r:id="R90bba20652cf4edf"/>
    <p:sldLayoutId xmlns:r="http://schemas.openxmlformats.org/officeDocument/2006/relationships" id="2147483653" r:id="R28327a17b5a34c8a"/>
    <p:sldLayoutId xmlns:r="http://schemas.openxmlformats.org/officeDocument/2006/relationships" id="2147483654" r:id="R8a2310f6110b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4acd1105f4695" /><Relationship Type="http://schemas.openxmlformats.org/officeDocument/2006/relationships/image" Target="/ppt/media/image.png" Id="Rb99b173c7d764c88" /><Relationship Type="http://schemas.openxmlformats.org/officeDocument/2006/relationships/notesSlide" Target="/ppt/notesSlides/notesSlide1.xml" Id="R7a2fab090143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f6b9cdea24852" /><Relationship Type="http://schemas.openxmlformats.org/officeDocument/2006/relationships/image" Target="/ppt/media/image2.png" Id="R3591e737b44845e2" /><Relationship Type="http://schemas.openxmlformats.org/officeDocument/2006/relationships/image" Target="/ppt/media/image3.png" Id="R72a2fbd08fa24960" /><Relationship Type="http://schemas.openxmlformats.org/officeDocument/2006/relationships/notesSlide" Target="/ppt/notesSlides/notesSlide2.xml" Id="Rc7a67814c9dd41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3499af4bb4a31" /><Relationship Type="http://schemas.openxmlformats.org/officeDocument/2006/relationships/image" Target="/ppt/media/image4.png" Id="Rf89744fd301947fc" /><Relationship Type="http://schemas.openxmlformats.org/officeDocument/2006/relationships/notesSlide" Target="/ppt/notesSlides/notesSlide3.xml" Id="R5ddf5c93fd9048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9a16616434c4a" /><Relationship Type="http://schemas.openxmlformats.org/officeDocument/2006/relationships/image" Target="/ppt/media/image5.png" Id="R3a6fa716f63749d8" /><Relationship Type="http://schemas.openxmlformats.org/officeDocument/2006/relationships/notesSlide" Target="/ppt/notesSlides/notesSlide4.xml" Id="R5cd382f06f7c45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3ee68a9e1429f" /><Relationship Type="http://schemas.openxmlformats.org/officeDocument/2006/relationships/image" Target="/ppt/media/image6.png" Id="R2d8d043406d343e1" /><Relationship Type="http://schemas.openxmlformats.org/officeDocument/2006/relationships/notesSlide" Target="/ppt/notesSlides/notesSlide5.xml" Id="Re106aa4b68a049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b28c9f0874cce" /><Relationship Type="http://schemas.openxmlformats.org/officeDocument/2006/relationships/image" Target="/ppt/media/image7.png" Id="R7bab4df92f6b4de5" /><Relationship Type="http://schemas.openxmlformats.org/officeDocument/2006/relationships/image" Target="/ppt/media/image8.png" Id="R316accd12e9c43ea" /><Relationship Type="http://schemas.openxmlformats.org/officeDocument/2006/relationships/notesSlide" Target="/ppt/notesSlides/notesSlide6.xml" Id="R41c91e976b994e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33f0b70724ce0" /><Relationship Type="http://schemas.openxmlformats.org/officeDocument/2006/relationships/image" Target="/ppt/media/image9.png" Id="R4432fe46694d45d4" /><Relationship Type="http://schemas.openxmlformats.org/officeDocument/2006/relationships/chart" Target="/ppt/slides/charts/chart1.xml" Id="R3a0c0b07d99b4ad4" /><Relationship Type="http://schemas.openxmlformats.org/officeDocument/2006/relationships/notesSlide" Target="/ppt/notesSlides/notesSlide7.xml" Id="R72516fa56a844d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2b41653524db5" /><Relationship Type="http://schemas.openxmlformats.org/officeDocument/2006/relationships/image" Target="/ppt/media/image10.png" Id="Rc358122ec63c4c9d" /><Relationship Type="http://schemas.openxmlformats.org/officeDocument/2006/relationships/notesSlide" Target="/ppt/notesSlides/notesSlide8.xml" Id="R3856970f79084a8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Testes</c:v>
          </c:tx>
          <c:spPr>
            <a:solidFill xmlns:a="http://schemas.openxmlformats.org/drawingml/2006/main">
              <a:srgbClr val="005596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Submissão</c:v>
                </c:pt>
                <c:pt idx="1">
                  <c:v>Duplicidade</c:v>
                </c:pt>
                <c:pt idx="2">
                  <c:v>Rascunho</c:v>
                </c:pt>
                <c:pt idx="3">
                  <c:v>Idempotência</c:v>
                </c:pt>
                <c:pt idx="4">
                  <c:v>Transversalidade</c:v>
                </c:pt>
                <c:pt idx="5">
                  <c:v>Integridade</c:v>
                </c:pt>
                <c:pt idx="6">
                  <c:v>Numeração</c:v>
                </c:pt>
                <c:pt idx="7">
                  <c:v>Segregação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59</c:v>
                </c:pt>
                <c:pt idx="1">
                  <c:v>18</c:v>
                </c:pt>
                <c:pt idx="2">
                  <c:v>14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8313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8D5D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13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CB3CB-FC45-4BD5-80B7-B80DF7C0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8EBC0-302F-4BF2-AE09-67F0B8AC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8191500" cy="2095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55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44397-888A-471D-A21C-06C4B75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6667500" cy="2095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494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07ECD-47C3-4B7C-B5F9-DEFA344F74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b173c7d764c88"/>
          <a:stretch xmlns:a="http://schemas.openxmlformats.org/drawingml/2006/main"/>
        </p:blipFill>
        <p:spPr>
          <a:xfrm xmlns:a="http://schemas.openxmlformats.org/drawingml/2006/main">
            <a:off x="9525000" y="6286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8167E-25D9-4ADB-AF2F-55CB414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005596"/>
                </a:solidFill>
              </a:defRPr>
            </a:defPPr>
            <a:lvl1pPr algn="l">
              <a:defRPr sz="3600" b="1">
                <a:solidFill>
                  <a:srgbClr val="005596"/>
                </a:solidFill>
              </a:defRPr>
            </a:lvl1pPr>
            <a:lvl2pPr algn="l">
              <a:defRPr sz="3600" b="1">
                <a:solidFill>
                  <a:srgbClr val="005596"/>
                </a:solidFill>
              </a:defRPr>
            </a:lvl2pPr>
            <a:lvl3pPr algn="l">
              <a:defRPr sz="3600" b="1">
                <a:solidFill>
                  <a:srgbClr val="005596"/>
                </a:solidFill>
              </a:defRPr>
            </a:lvl3pPr>
            <a:lvl4pPr algn="l">
              <a:defRPr sz="3600" b="1">
                <a:solidFill>
                  <a:srgbClr val="005596"/>
                </a:solidFill>
              </a:defRPr>
            </a:lvl4pPr>
            <a:lvl5pPr algn="l">
              <a:defRPr sz="3600" b="1">
                <a:solidFill>
                  <a:srgbClr val="005596"/>
                </a:solidFill>
              </a:defRPr>
            </a:lvl5pPr>
            <a:lvl6pPr algn="l">
              <a:defRPr sz="3600" b="1">
                <a:solidFill>
                  <a:srgbClr val="005596"/>
                </a:solidFill>
              </a:defRPr>
            </a:lvl6pPr>
            <a:lvl7pPr algn="l">
              <a:defRPr sz="3600" b="1">
                <a:solidFill>
                  <a:srgbClr val="005596"/>
                </a:solidFill>
              </a:defRPr>
            </a:lvl7pPr>
            <a:lvl8pPr algn="l">
              <a:defRPr sz="3600" b="1">
                <a:solidFill>
                  <a:srgbClr val="005596"/>
                </a:solidFill>
              </a:defRPr>
            </a:lvl8pPr>
            <a:lvl9pPr algn="l">
              <a:defRPr sz="360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5596"/>
                </a:solidFill>
              </a:defRPr>
            </a:pPr>
            <a:r>
              <a:rPr sz="3600" b="1">
                <a:solidFill>
                  <a:srgbClr val="005596"/>
                </a:solidFill>
              </a:rPr>
              <a:t>Jornada de Conformidade LGPD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BDDA6-2976-45B4-A292-E596F24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006B35"/>
                </a:solidFill>
              </a:defRPr>
            </a:defPPr>
            <a:lvl1pPr algn="l">
              <a:defRPr sz="1950" b="0">
                <a:solidFill>
                  <a:srgbClr val="006B35"/>
                </a:solidFill>
              </a:defRPr>
            </a:lvl1pPr>
            <a:lvl2pPr algn="l">
              <a:defRPr sz="1950" b="0">
                <a:solidFill>
                  <a:srgbClr val="006B35"/>
                </a:solidFill>
              </a:defRPr>
            </a:lvl2pPr>
            <a:lvl3pPr algn="l">
              <a:defRPr sz="1950" b="0">
                <a:solidFill>
                  <a:srgbClr val="006B35"/>
                </a:solidFill>
              </a:defRPr>
            </a:lvl3pPr>
            <a:lvl4pPr algn="l">
              <a:defRPr sz="1950" b="0">
                <a:solidFill>
                  <a:srgbClr val="006B35"/>
                </a:solidFill>
              </a:defRPr>
            </a:lvl4pPr>
            <a:lvl5pPr algn="l">
              <a:defRPr sz="1950" b="0">
                <a:solidFill>
                  <a:srgbClr val="006B35"/>
                </a:solidFill>
              </a:defRPr>
            </a:lvl5pPr>
            <a:lvl6pPr algn="l">
              <a:defRPr sz="1950" b="0">
                <a:solidFill>
                  <a:srgbClr val="006B35"/>
                </a:solidFill>
              </a:defRPr>
            </a:lvl6pPr>
            <a:lvl7pPr algn="l">
              <a:defRPr sz="1950" b="0">
                <a:solidFill>
                  <a:srgbClr val="006B35"/>
                </a:solidFill>
              </a:defRPr>
            </a:lvl7pPr>
            <a:lvl8pPr algn="l">
              <a:defRPr sz="1950" b="0">
                <a:solidFill>
                  <a:srgbClr val="006B35"/>
                </a:solidFill>
              </a:defRPr>
            </a:lvl8pPr>
            <a:lvl9pPr algn="l">
              <a:defRPr sz="1950" b="0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6B35"/>
                </a:solidFill>
              </a:defRPr>
            </a:pPr>
            <a:r>
              <a:rPr sz="1950" b="0">
                <a:solidFill>
                  <a:srgbClr val="006B35"/>
                </a:solidFill>
              </a:rPr>
              <a:t>PoC nuclear e evolução planejada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64F57-9A0A-4960-8EDC-7A2B3C83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313F"/>
                </a:solidFill>
              </a:defRPr>
            </a:defPPr>
            <a:lvl1pPr algn="l">
              <a:defRPr sz="1500" b="0">
                <a:solidFill>
                  <a:srgbClr val="18313F"/>
                </a:solidFill>
              </a:defRPr>
            </a:lvl1pPr>
            <a:lvl2pPr algn="l">
              <a:defRPr sz="1500" b="0">
                <a:solidFill>
                  <a:srgbClr val="18313F"/>
                </a:solidFill>
              </a:defRPr>
            </a:lvl2pPr>
            <a:lvl3pPr algn="l">
              <a:defRPr sz="1500" b="0">
                <a:solidFill>
                  <a:srgbClr val="18313F"/>
                </a:solidFill>
              </a:defRPr>
            </a:lvl3pPr>
            <a:lvl4pPr algn="l">
              <a:defRPr sz="1500" b="0">
                <a:solidFill>
                  <a:srgbClr val="18313F"/>
                </a:solidFill>
              </a:defRPr>
            </a:lvl4pPr>
            <a:lvl5pPr algn="l">
              <a:defRPr sz="1500" b="0">
                <a:solidFill>
                  <a:srgbClr val="18313F"/>
                </a:solidFill>
              </a:defRPr>
            </a:lvl5pPr>
            <a:lvl6pPr algn="l">
              <a:defRPr sz="1500" b="0">
                <a:solidFill>
                  <a:srgbClr val="18313F"/>
                </a:solidFill>
              </a:defRPr>
            </a:lvl6pPr>
            <a:lvl7pPr algn="l">
              <a:defRPr sz="1500" b="0">
                <a:solidFill>
                  <a:srgbClr val="18313F"/>
                </a:solidFill>
              </a:defRPr>
            </a:lvl7pPr>
            <a:lvl8pPr algn="l">
              <a:defRPr sz="1500" b="0">
                <a:solidFill>
                  <a:srgbClr val="18313F"/>
                </a:solidFill>
              </a:defRPr>
            </a:lvl8pPr>
            <a:lvl9pPr algn="l">
              <a:defRPr sz="1500" b="0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Prefeitura Municipal de Hortolândia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4D01B-B456-4C4C-8C7B-FE8BB3E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8313F"/>
                </a:solidFill>
              </a:defRPr>
            </a:defPPr>
            <a:lvl1pPr algn="l">
              <a:defRPr sz="1350" b="0">
                <a:solidFill>
                  <a:srgbClr val="18313F"/>
                </a:solidFill>
              </a:defRPr>
            </a:lvl1pPr>
            <a:lvl2pPr algn="l">
              <a:defRPr sz="1350" b="0">
                <a:solidFill>
                  <a:srgbClr val="18313F"/>
                </a:solidFill>
              </a:defRPr>
            </a:lvl2pPr>
            <a:lvl3pPr algn="l">
              <a:defRPr sz="1350" b="0">
                <a:solidFill>
                  <a:srgbClr val="18313F"/>
                </a:solidFill>
              </a:defRPr>
            </a:lvl3pPr>
            <a:lvl4pPr algn="l">
              <a:defRPr sz="1350" b="0">
                <a:solidFill>
                  <a:srgbClr val="18313F"/>
                </a:solidFill>
              </a:defRPr>
            </a:lvl4pPr>
            <a:lvl5pPr algn="l">
              <a:defRPr sz="1350" b="0">
                <a:solidFill>
                  <a:srgbClr val="18313F"/>
                </a:solidFill>
              </a:defRPr>
            </a:lvl5pPr>
            <a:lvl6pPr algn="l">
              <a:defRPr sz="1350" b="0">
                <a:solidFill>
                  <a:srgbClr val="18313F"/>
                </a:solidFill>
              </a:defRPr>
            </a:lvl6pPr>
            <a:lvl7pPr algn="l">
              <a:defRPr sz="1350" b="0">
                <a:solidFill>
                  <a:srgbClr val="18313F"/>
                </a:solidFill>
              </a:defRPr>
            </a:lvl7pPr>
            <a:lvl8pPr algn="l">
              <a:defRPr sz="1350" b="0">
                <a:solidFill>
                  <a:srgbClr val="18313F"/>
                </a:solidFill>
              </a:defRPr>
            </a:lvl8pPr>
            <a:lvl9pPr algn="l">
              <a:defRPr sz="1350" b="0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313F"/>
                </a:solidFill>
              </a:defRPr>
            </a:pPr>
            <a:r>
              <a:rPr sz="1350" b="0">
                <a:solidFill>
                  <a:srgbClr val="18313F"/>
                </a:solidFill>
              </a:rPr>
              <a:t>Secretaria de Planejamento Urbano e Gestão Estratégica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76E32-779A-4D12-BCBF-5A7D4023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B75"/>
                </a:solidFill>
              </a:defRPr>
            </a:defPPr>
            <a:lvl1pPr algn="l">
              <a:defRPr sz="1200" b="0">
                <a:solidFill>
                  <a:srgbClr val="5D6B75"/>
                </a:solidFill>
              </a:defRPr>
            </a:lvl1pPr>
            <a:lvl2pPr algn="l">
              <a:defRPr sz="1200" b="0">
                <a:solidFill>
                  <a:srgbClr val="5D6B75"/>
                </a:solidFill>
              </a:defRPr>
            </a:lvl2pPr>
            <a:lvl3pPr algn="l">
              <a:defRPr sz="1200" b="0">
                <a:solidFill>
                  <a:srgbClr val="5D6B75"/>
                </a:solidFill>
              </a:defRPr>
            </a:lvl3pPr>
            <a:lvl4pPr algn="l">
              <a:defRPr sz="1200" b="0">
                <a:solidFill>
                  <a:srgbClr val="5D6B75"/>
                </a:solidFill>
              </a:defRPr>
            </a:lvl4pPr>
            <a:lvl5pPr algn="l">
              <a:defRPr sz="1200" b="0">
                <a:solidFill>
                  <a:srgbClr val="5D6B75"/>
                </a:solidFill>
              </a:defRPr>
            </a:lvl5pPr>
            <a:lvl6pPr algn="l">
              <a:defRPr sz="1200" b="0">
                <a:solidFill>
                  <a:srgbClr val="5D6B75"/>
                </a:solidFill>
              </a:defRPr>
            </a:lvl6pPr>
            <a:lvl7pPr algn="l">
              <a:defRPr sz="1200" b="0">
                <a:solidFill>
                  <a:srgbClr val="5D6B75"/>
                </a:solidFill>
              </a:defRPr>
            </a:lvl7pPr>
            <a:lvl8pPr algn="l">
              <a:defRPr sz="1200" b="0">
                <a:solidFill>
                  <a:srgbClr val="5D6B75"/>
                </a:solidFill>
              </a:defRPr>
            </a:lvl8pPr>
            <a:lvl9pPr algn="l">
              <a:defRPr sz="120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B75"/>
                </a:solidFill>
              </a:defRPr>
            </a:pPr>
            <a:r>
              <a:rPr sz="1200" b="0">
                <a:solidFill>
                  <a:srgbClr val="5D6B75"/>
                </a:solidFill>
              </a:rPr>
              <a:t>Versão de trabalho · 17 de outubro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2D75B-0D8F-40F4-B3BB-2C6B9524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62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FFFFFF"/>
                </a:solidFill>
              </a:defRPr>
            </a:defPPr>
            <a:lvl1pPr algn="r">
              <a:defRPr sz="1275" b="1">
                <a:solidFill>
                  <a:srgbClr val="FFFFFF"/>
                </a:solidFill>
              </a:defRPr>
            </a:lvl1pPr>
            <a:lvl2pPr algn="r">
              <a:defRPr sz="1275" b="1">
                <a:solidFill>
                  <a:srgbClr val="FFFFFF"/>
                </a:solidFill>
              </a:defRPr>
            </a:lvl2pPr>
            <a:lvl3pPr algn="r">
              <a:defRPr sz="1275" b="1">
                <a:solidFill>
                  <a:srgbClr val="FFFFFF"/>
                </a:solidFill>
              </a:defRPr>
            </a:lvl3pPr>
            <a:lvl4pPr algn="r">
              <a:defRPr sz="1275" b="1">
                <a:solidFill>
                  <a:srgbClr val="FFFFFF"/>
                </a:solidFill>
              </a:defRPr>
            </a:lvl4pPr>
            <a:lvl5pPr algn="r">
              <a:defRPr sz="1275" b="1">
                <a:solidFill>
                  <a:srgbClr val="FFFFFF"/>
                </a:solidFill>
              </a:defRPr>
            </a:lvl5pPr>
            <a:lvl6pPr algn="r">
              <a:defRPr sz="1275" b="1">
                <a:solidFill>
                  <a:srgbClr val="FFFFFF"/>
                </a:solidFill>
              </a:defRPr>
            </a:lvl6pPr>
            <a:lvl7pPr algn="r">
              <a:defRPr sz="1275" b="1">
                <a:solidFill>
                  <a:srgbClr val="FFFFFF"/>
                </a:solidFill>
              </a:defRPr>
            </a:lvl7pPr>
            <a:lvl8pPr algn="r">
              <a:defRPr sz="1275" b="1">
                <a:solidFill>
                  <a:srgbClr val="FFFFFF"/>
                </a:solidFill>
              </a:defRPr>
            </a:lvl8pPr>
            <a:lvl9pPr algn="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Um arquivo vivo, atualizado junto com a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1447310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9BF98-32EA-4427-A7DA-F7A6C325C5A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48375" y="47625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B35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2AE90-0975-4430-A072-1AA6962EF72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48375" y="3905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B35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D83DC-EEAB-4569-AC8C-D5BC89E41A6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48375" y="30480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B35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7ECBF-E289-4353-B574-B1918661A3F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48375" y="21907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B35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68405-0A01-4D2F-BE70-4C0858C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Como o trabalho evoluiu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A14DC-F6A0-46A7-B368-81A10001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A PoC ficou menor, mas a arquitetura continua olhando para a Jornada completa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7C20A-661A-4884-A794-CCFE8E07B2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1e737b44845e2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A3ED1-DF45-43AD-BBAB-3ECF37EB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35FA4-A98A-47FE-8F8D-94CB1C1BB0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2fbd08fa24960"/>
          <a:stretch xmlns:a="http://schemas.openxmlformats.org/drawingml/2006/main"/>
        </p:blipFill>
        <p:spPr>
          <a:xfrm xmlns:a="http://schemas.openxmlformats.org/drawingml/2006/main">
            <a:off x="723900" y="1723871"/>
            <a:ext cx="2762250" cy="390555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01569-7AA5-4EE2-99DD-C440F5E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3905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Referência estadual</a:t>
            </a:r>
          </a:p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Mato Grosso do Sul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9848B-E9FA-427F-9742-477D464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3905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Inventário municipal</a:t>
            </a:r>
          </a:p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adaptado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24240-6892-4FD9-8276-F918A34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3905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Jornada municipal</a:t>
            </a:r>
          </a:p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em quatro 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85C9E-4CC1-4E79-90FF-4F2E7AA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3905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PoC nuclear +</a:t>
            </a:r>
          </a:p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PoC ampliada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56148-3F73-4A57-9F27-6272E23C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3905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PoC ampliada</a:t>
            </a:r>
          </a:p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essencial até dezembro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B28C3-9C9B-4C54-B848-4FC199B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5596"/>
                </a:solidFill>
              </a:defRPr>
            </a:defPPr>
            <a:lvl1pPr algn="ctr">
              <a:defRPr sz="1725" b="1">
                <a:solidFill>
                  <a:srgbClr val="005596"/>
                </a:solidFill>
              </a:defRPr>
            </a:lvl1pPr>
            <a:lvl2pPr algn="ctr">
              <a:defRPr sz="1725" b="1">
                <a:solidFill>
                  <a:srgbClr val="005596"/>
                </a:solidFill>
              </a:defRPr>
            </a:lvl2pPr>
            <a:lvl3pPr algn="ctr">
              <a:defRPr sz="1725" b="1">
                <a:solidFill>
                  <a:srgbClr val="005596"/>
                </a:solidFill>
              </a:defRPr>
            </a:lvl3pPr>
            <a:lvl4pPr algn="ctr">
              <a:defRPr sz="1725" b="1">
                <a:solidFill>
                  <a:srgbClr val="005596"/>
                </a:solidFill>
              </a:defRPr>
            </a:lvl4pPr>
            <a:lvl5pPr algn="ctr">
              <a:defRPr sz="1725" b="1">
                <a:solidFill>
                  <a:srgbClr val="005596"/>
                </a:solidFill>
              </a:defRPr>
            </a:lvl5pPr>
            <a:lvl6pPr algn="ctr">
              <a:defRPr sz="1725" b="1">
                <a:solidFill>
                  <a:srgbClr val="005596"/>
                </a:solidFill>
              </a:defRPr>
            </a:lvl6pPr>
            <a:lvl7pPr algn="ctr">
              <a:defRPr sz="1725" b="1">
                <a:solidFill>
                  <a:srgbClr val="005596"/>
                </a:solidFill>
              </a:defRPr>
            </a:lvl7pPr>
            <a:lvl8pPr algn="ctr">
              <a:defRPr sz="1725" b="1">
                <a:solidFill>
                  <a:srgbClr val="005596"/>
                </a:solidFill>
              </a:defRPr>
            </a:lvl8pPr>
            <a:lvl9pPr algn="ctr">
              <a:defRPr sz="172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596"/>
                </a:solidFill>
              </a:defRPr>
            </a:pPr>
            <a:r>
              <a:rPr sz="1725" b="1">
                <a:solidFill>
                  <a:srgbClr val="005596"/>
                </a:solidFill>
              </a:rPr>
              <a:t>A redução de escopo protege o prazo. Ela não apaga o desenho dos quatro instrumentos.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0B8A1-CBD9-46D0-9624-FB44801E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D6B75"/>
                </a:solidFill>
              </a:defRPr>
            </a:defPPr>
            <a:lvl1pPr algn="ctr">
              <a:defRPr sz="1350" b="0">
                <a:solidFill>
                  <a:srgbClr val="5D6B75"/>
                </a:solidFill>
              </a:defRPr>
            </a:lvl1pPr>
            <a:lvl2pPr algn="ctr">
              <a:defRPr sz="1350" b="0">
                <a:solidFill>
                  <a:srgbClr val="5D6B75"/>
                </a:solidFill>
              </a:defRPr>
            </a:lvl2pPr>
            <a:lvl3pPr algn="ctr">
              <a:defRPr sz="1350" b="0">
                <a:solidFill>
                  <a:srgbClr val="5D6B75"/>
                </a:solidFill>
              </a:defRPr>
            </a:lvl3pPr>
            <a:lvl4pPr algn="ctr">
              <a:defRPr sz="1350" b="0">
                <a:solidFill>
                  <a:srgbClr val="5D6B75"/>
                </a:solidFill>
              </a:defRPr>
            </a:lvl4pPr>
            <a:lvl5pPr algn="ctr">
              <a:defRPr sz="1350" b="0">
                <a:solidFill>
                  <a:srgbClr val="5D6B75"/>
                </a:solidFill>
              </a:defRPr>
            </a:lvl5pPr>
            <a:lvl6pPr algn="ctr">
              <a:defRPr sz="1350" b="0">
                <a:solidFill>
                  <a:srgbClr val="5D6B75"/>
                </a:solidFill>
              </a:defRPr>
            </a:lvl6pPr>
            <a:lvl7pPr algn="ctr">
              <a:defRPr sz="1350" b="0">
                <a:solidFill>
                  <a:srgbClr val="5D6B75"/>
                </a:solidFill>
              </a:defRPr>
            </a:lvl7pPr>
            <a:lvl8pPr algn="ctr">
              <a:defRPr sz="1350" b="0">
                <a:solidFill>
                  <a:srgbClr val="5D6B75"/>
                </a:solidFill>
              </a:defRPr>
            </a:lvl8pPr>
            <a:lvl9pPr algn="ctr">
              <a:defRPr sz="135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6B75"/>
                </a:solidFill>
              </a:defRPr>
            </a:pPr>
            <a:r>
              <a:rPr sz="1350" b="0">
                <a:solidFill>
                  <a:srgbClr val="5D6B75"/>
                </a:solidFill>
              </a:rPr>
              <a:t>Cada incremento deve dizer qual parte da Jornada prova hoje e qual parte permanece planejada.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02EC8-EFA1-4A32-A2B9-16D2696B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CCF7A-CEA9-43C4-8935-198E8C2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7944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77BD1-3676-43EF-A1D9-C5F45000723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63000" y="3190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1AD08-FD86-486B-A166-780DAA16EA0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190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2A0F9-3416-49B1-8246-63884F683B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190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1D03A-42F3-4671-AE0F-A6F18B70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Os quatro instrumentos continuam sendo o norte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16FB1-BA4D-466A-B74C-C0424D8C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O Registro LGPD liga as quatro etapas sem misturar seus estados, versões e responsabilidades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A8D22-A272-4487-B4DC-BF7F55120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744fd301947fc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B10A8-D9C8-4319-9B1C-A17F56D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39C21-E7BE-44D2-BAC6-9E9A1CBF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428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5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44D07-224E-45CC-811A-4901A99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05596"/>
                </a:solidFill>
              </a:defRPr>
            </a:defPPr>
            <a:lvl1pPr algn="l">
              <a:defRPr sz="1275" b="1">
                <a:solidFill>
                  <a:srgbClr val="005596"/>
                </a:solidFill>
              </a:defRPr>
            </a:lvl1pPr>
            <a:lvl2pPr algn="l">
              <a:defRPr sz="1275" b="1">
                <a:solidFill>
                  <a:srgbClr val="005596"/>
                </a:solidFill>
              </a:defRPr>
            </a:lvl2pPr>
            <a:lvl3pPr algn="l">
              <a:defRPr sz="1275" b="1">
                <a:solidFill>
                  <a:srgbClr val="005596"/>
                </a:solidFill>
              </a:defRPr>
            </a:lvl3pPr>
            <a:lvl4pPr algn="l">
              <a:defRPr sz="1275" b="1">
                <a:solidFill>
                  <a:srgbClr val="005596"/>
                </a:solidFill>
              </a:defRPr>
            </a:lvl4pPr>
            <a:lvl5pPr algn="l">
              <a:defRPr sz="1275" b="1">
                <a:solidFill>
                  <a:srgbClr val="005596"/>
                </a:solidFill>
              </a:defRPr>
            </a:lvl5pPr>
            <a:lvl6pPr algn="l">
              <a:defRPr sz="1275" b="1">
                <a:solidFill>
                  <a:srgbClr val="005596"/>
                </a:solidFill>
              </a:defRPr>
            </a:lvl6pPr>
            <a:lvl7pPr algn="l">
              <a:defRPr sz="1275" b="1">
                <a:solidFill>
                  <a:srgbClr val="005596"/>
                </a:solidFill>
              </a:defRPr>
            </a:lvl7pPr>
            <a:lvl8pPr algn="l">
              <a:defRPr sz="1275" b="1">
                <a:solidFill>
                  <a:srgbClr val="005596"/>
                </a:solidFill>
              </a:defRPr>
            </a:lvl8pPr>
            <a:lvl9pPr algn="l">
              <a:defRPr sz="127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5596"/>
                </a:solidFill>
              </a:defRPr>
            </a:pPr>
            <a:r>
              <a:rPr sz="1275" b="1">
                <a:solidFill>
                  <a:srgbClr val="005596"/>
                </a:solidFill>
              </a:rPr>
              <a:t>FORM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94D22-3E2B-4EE5-A4C5-F506E36F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2085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8313F"/>
                </a:solidFill>
              </a:defRPr>
            </a:defPPr>
            <a:lvl1pPr algn="ctr">
              <a:defRPr sz="2025" b="1">
                <a:solidFill>
                  <a:srgbClr val="18313F"/>
                </a:solidFill>
              </a:defRPr>
            </a:lvl1pPr>
            <a:lvl2pPr algn="ctr">
              <a:defRPr sz="2025" b="1">
                <a:solidFill>
                  <a:srgbClr val="18313F"/>
                </a:solidFill>
              </a:defRPr>
            </a:lvl2pPr>
            <a:lvl3pPr algn="ctr">
              <a:defRPr sz="2025" b="1">
                <a:solidFill>
                  <a:srgbClr val="18313F"/>
                </a:solidFill>
              </a:defRPr>
            </a:lvl3pPr>
            <a:lvl4pPr algn="ctr">
              <a:defRPr sz="2025" b="1">
                <a:solidFill>
                  <a:srgbClr val="18313F"/>
                </a:solidFill>
              </a:defRPr>
            </a:lvl4pPr>
            <a:lvl5pPr algn="ctr">
              <a:defRPr sz="2025" b="1">
                <a:solidFill>
                  <a:srgbClr val="18313F"/>
                </a:solidFill>
              </a:defRPr>
            </a:lvl5pPr>
            <a:lvl6pPr algn="ctr">
              <a:defRPr sz="2025" b="1">
                <a:solidFill>
                  <a:srgbClr val="18313F"/>
                </a:solidFill>
              </a:defRPr>
            </a:lvl6pPr>
            <a:lvl7pPr algn="ctr">
              <a:defRPr sz="2025" b="1">
                <a:solidFill>
                  <a:srgbClr val="18313F"/>
                </a:solidFill>
              </a:defRPr>
            </a:lvl7pPr>
            <a:lvl8pPr algn="ctr">
              <a:defRPr sz="2025" b="1">
                <a:solidFill>
                  <a:srgbClr val="18313F"/>
                </a:solidFill>
              </a:defRPr>
            </a:lvl8pPr>
            <a:lvl9pPr algn="ctr">
              <a:defRPr sz="20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13F"/>
                </a:solidFill>
              </a:defRPr>
            </a:pPr>
            <a:r>
              <a:rPr sz="2025" b="1">
                <a:solidFill>
                  <a:srgbClr val="18313F"/>
                </a:solidFill>
              </a:rPr>
              <a:t>Realidade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4E084-3274-4633-A2EE-11062A2D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D6B75"/>
                </a:solidFill>
              </a:defRPr>
            </a:defPPr>
            <a:lvl1pPr algn="ctr">
              <a:defRPr sz="1200" b="0">
                <a:solidFill>
                  <a:srgbClr val="5D6B75"/>
                </a:solidFill>
              </a:defRPr>
            </a:lvl1pPr>
            <a:lvl2pPr algn="ctr">
              <a:defRPr sz="1200" b="0">
                <a:solidFill>
                  <a:srgbClr val="5D6B75"/>
                </a:solidFill>
              </a:defRPr>
            </a:lvl2pPr>
            <a:lvl3pPr algn="ctr">
              <a:defRPr sz="1200" b="0">
                <a:solidFill>
                  <a:srgbClr val="5D6B75"/>
                </a:solidFill>
              </a:defRPr>
            </a:lvl3pPr>
            <a:lvl4pPr algn="ctr">
              <a:defRPr sz="1200" b="0">
                <a:solidFill>
                  <a:srgbClr val="5D6B75"/>
                </a:solidFill>
              </a:defRPr>
            </a:lvl4pPr>
            <a:lvl5pPr algn="ctr">
              <a:defRPr sz="1200" b="0">
                <a:solidFill>
                  <a:srgbClr val="5D6B75"/>
                </a:solidFill>
              </a:defRPr>
            </a:lvl5pPr>
            <a:lvl6pPr algn="ctr">
              <a:defRPr sz="1200" b="0">
                <a:solidFill>
                  <a:srgbClr val="5D6B75"/>
                </a:solidFill>
              </a:defRPr>
            </a:lvl6pPr>
            <a:lvl7pPr algn="ctr">
              <a:defRPr sz="1200" b="0">
                <a:solidFill>
                  <a:srgbClr val="5D6B75"/>
                </a:solidFill>
              </a:defRPr>
            </a:lvl7pPr>
            <a:lvl8pPr algn="ctr">
              <a:defRPr sz="1200" b="0">
                <a:solidFill>
                  <a:srgbClr val="5D6B75"/>
                </a:solidFill>
              </a:defRPr>
            </a:lvl8pPr>
            <a:lvl9pPr algn="ctr">
              <a:defRPr sz="120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D6B75"/>
                </a:solidFill>
              </a:defRPr>
            </a:pPr>
            <a:r>
              <a:rPr sz="1200" b="0">
                <a:solidFill>
                  <a:srgbClr val="5D6B75"/>
                </a:solidFill>
              </a:rPr>
              <a:t>Como o tratamento funciona de fato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6739B-AE56-4F11-8F74-AFB40BDE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428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F0EEE-C261-47AF-A4AB-174889F5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241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06B35"/>
                </a:solidFill>
              </a:defRPr>
            </a:defPPr>
            <a:lvl1pPr algn="l">
              <a:defRPr sz="1275" b="1">
                <a:solidFill>
                  <a:srgbClr val="006B35"/>
                </a:solidFill>
              </a:defRPr>
            </a:lvl1pPr>
            <a:lvl2pPr algn="l">
              <a:defRPr sz="1275" b="1">
                <a:solidFill>
                  <a:srgbClr val="006B35"/>
                </a:solidFill>
              </a:defRPr>
            </a:lvl2pPr>
            <a:lvl3pPr algn="l">
              <a:defRPr sz="1275" b="1">
                <a:solidFill>
                  <a:srgbClr val="006B35"/>
                </a:solidFill>
              </a:defRPr>
            </a:lvl3pPr>
            <a:lvl4pPr algn="l">
              <a:defRPr sz="1275" b="1">
                <a:solidFill>
                  <a:srgbClr val="006B35"/>
                </a:solidFill>
              </a:defRPr>
            </a:lvl4pPr>
            <a:lvl5pPr algn="l">
              <a:defRPr sz="1275" b="1">
                <a:solidFill>
                  <a:srgbClr val="006B35"/>
                </a:solidFill>
              </a:defRPr>
            </a:lvl5pPr>
            <a:lvl6pPr algn="l">
              <a:defRPr sz="1275" b="1">
                <a:solidFill>
                  <a:srgbClr val="006B35"/>
                </a:solidFill>
              </a:defRPr>
            </a:lvl6pPr>
            <a:lvl7pPr algn="l">
              <a:defRPr sz="1275" b="1">
                <a:solidFill>
                  <a:srgbClr val="006B35"/>
                </a:solidFill>
              </a:defRPr>
            </a:lvl7pPr>
            <a:lvl8pPr algn="l">
              <a:defRPr sz="1275" b="1">
                <a:solidFill>
                  <a:srgbClr val="006B35"/>
                </a:solidFill>
              </a:defRPr>
            </a:lvl8pPr>
            <a:lvl9pPr algn="l">
              <a:defRPr sz="127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6B35"/>
                </a:solidFill>
              </a:defRPr>
            </a:pPr>
            <a:r>
              <a:rPr sz="1275" b="1">
                <a:solidFill>
                  <a:srgbClr val="006B35"/>
                </a:solidFill>
              </a:rPr>
              <a:t>FORM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9371E-12B4-45A4-8E70-B78CC71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24150"/>
            <a:ext cx="2085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8313F"/>
                </a:solidFill>
              </a:defRPr>
            </a:defPPr>
            <a:lvl1pPr algn="ctr">
              <a:defRPr sz="2025" b="1">
                <a:solidFill>
                  <a:srgbClr val="18313F"/>
                </a:solidFill>
              </a:defRPr>
            </a:lvl1pPr>
            <a:lvl2pPr algn="ctr">
              <a:defRPr sz="2025" b="1">
                <a:solidFill>
                  <a:srgbClr val="18313F"/>
                </a:solidFill>
              </a:defRPr>
            </a:lvl2pPr>
            <a:lvl3pPr algn="ctr">
              <a:defRPr sz="2025" b="1">
                <a:solidFill>
                  <a:srgbClr val="18313F"/>
                </a:solidFill>
              </a:defRPr>
            </a:lvl3pPr>
            <a:lvl4pPr algn="ctr">
              <a:defRPr sz="2025" b="1">
                <a:solidFill>
                  <a:srgbClr val="18313F"/>
                </a:solidFill>
              </a:defRPr>
            </a:lvl4pPr>
            <a:lvl5pPr algn="ctr">
              <a:defRPr sz="2025" b="1">
                <a:solidFill>
                  <a:srgbClr val="18313F"/>
                </a:solidFill>
              </a:defRPr>
            </a:lvl5pPr>
            <a:lvl6pPr algn="ctr">
              <a:defRPr sz="2025" b="1">
                <a:solidFill>
                  <a:srgbClr val="18313F"/>
                </a:solidFill>
              </a:defRPr>
            </a:lvl6pPr>
            <a:lvl7pPr algn="ctr">
              <a:defRPr sz="2025" b="1">
                <a:solidFill>
                  <a:srgbClr val="18313F"/>
                </a:solidFill>
              </a:defRPr>
            </a:lvl7pPr>
            <a:lvl8pPr algn="ctr">
              <a:defRPr sz="2025" b="1">
                <a:solidFill>
                  <a:srgbClr val="18313F"/>
                </a:solidFill>
              </a:defRPr>
            </a:lvl8pPr>
            <a:lvl9pPr algn="ctr">
              <a:defRPr sz="20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13F"/>
                </a:solidFill>
              </a:defRPr>
            </a:pPr>
            <a:r>
              <a:rPr sz="2025" b="1">
                <a:solidFill>
                  <a:srgbClr val="18313F"/>
                </a:solidFill>
              </a:rPr>
              <a:t>Legitimidade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A27D0-E1CB-4AC2-AF8E-4A3BBC3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09950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D6B75"/>
                </a:solidFill>
              </a:defRPr>
            </a:defPPr>
            <a:lvl1pPr algn="ctr">
              <a:defRPr sz="1200" b="0">
                <a:solidFill>
                  <a:srgbClr val="5D6B75"/>
                </a:solidFill>
              </a:defRPr>
            </a:lvl1pPr>
            <a:lvl2pPr algn="ctr">
              <a:defRPr sz="1200" b="0">
                <a:solidFill>
                  <a:srgbClr val="5D6B75"/>
                </a:solidFill>
              </a:defRPr>
            </a:lvl2pPr>
            <a:lvl3pPr algn="ctr">
              <a:defRPr sz="1200" b="0">
                <a:solidFill>
                  <a:srgbClr val="5D6B75"/>
                </a:solidFill>
              </a:defRPr>
            </a:lvl3pPr>
            <a:lvl4pPr algn="ctr">
              <a:defRPr sz="1200" b="0">
                <a:solidFill>
                  <a:srgbClr val="5D6B75"/>
                </a:solidFill>
              </a:defRPr>
            </a:lvl4pPr>
            <a:lvl5pPr algn="ctr">
              <a:defRPr sz="1200" b="0">
                <a:solidFill>
                  <a:srgbClr val="5D6B75"/>
                </a:solidFill>
              </a:defRPr>
            </a:lvl5pPr>
            <a:lvl6pPr algn="ctr">
              <a:defRPr sz="1200" b="0">
                <a:solidFill>
                  <a:srgbClr val="5D6B75"/>
                </a:solidFill>
              </a:defRPr>
            </a:lvl6pPr>
            <a:lvl7pPr algn="ctr">
              <a:defRPr sz="1200" b="0">
                <a:solidFill>
                  <a:srgbClr val="5D6B75"/>
                </a:solidFill>
              </a:defRPr>
            </a:lvl7pPr>
            <a:lvl8pPr algn="ctr">
              <a:defRPr sz="1200" b="0">
                <a:solidFill>
                  <a:srgbClr val="5D6B75"/>
                </a:solidFill>
              </a:defRPr>
            </a:lvl8pPr>
            <a:lvl9pPr algn="ctr">
              <a:defRPr sz="120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D6B75"/>
                </a:solidFill>
              </a:defRPr>
            </a:pPr>
            <a:r>
              <a:rPr sz="1200" b="0">
                <a:solidFill>
                  <a:srgbClr val="5D6B75"/>
                </a:solidFill>
              </a:rPr>
              <a:t>Por que o tratamento pode ocorrer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1C7D8-63E9-406F-B786-201CD67E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428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A973C-838A-4007-8BF1-FEC1941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241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05596"/>
                </a:solidFill>
              </a:defRPr>
            </a:defPPr>
            <a:lvl1pPr algn="l">
              <a:defRPr sz="1275" b="1">
                <a:solidFill>
                  <a:srgbClr val="005596"/>
                </a:solidFill>
              </a:defRPr>
            </a:lvl1pPr>
            <a:lvl2pPr algn="l">
              <a:defRPr sz="1275" b="1">
                <a:solidFill>
                  <a:srgbClr val="005596"/>
                </a:solidFill>
              </a:defRPr>
            </a:lvl2pPr>
            <a:lvl3pPr algn="l">
              <a:defRPr sz="1275" b="1">
                <a:solidFill>
                  <a:srgbClr val="005596"/>
                </a:solidFill>
              </a:defRPr>
            </a:lvl3pPr>
            <a:lvl4pPr algn="l">
              <a:defRPr sz="1275" b="1">
                <a:solidFill>
                  <a:srgbClr val="005596"/>
                </a:solidFill>
              </a:defRPr>
            </a:lvl4pPr>
            <a:lvl5pPr algn="l">
              <a:defRPr sz="1275" b="1">
                <a:solidFill>
                  <a:srgbClr val="005596"/>
                </a:solidFill>
              </a:defRPr>
            </a:lvl5pPr>
            <a:lvl6pPr algn="l">
              <a:defRPr sz="1275" b="1">
                <a:solidFill>
                  <a:srgbClr val="005596"/>
                </a:solidFill>
              </a:defRPr>
            </a:lvl6pPr>
            <a:lvl7pPr algn="l">
              <a:defRPr sz="1275" b="1">
                <a:solidFill>
                  <a:srgbClr val="005596"/>
                </a:solidFill>
              </a:defRPr>
            </a:lvl7pPr>
            <a:lvl8pPr algn="l">
              <a:defRPr sz="1275" b="1">
                <a:solidFill>
                  <a:srgbClr val="005596"/>
                </a:solidFill>
              </a:defRPr>
            </a:lvl8pPr>
            <a:lvl9pPr algn="l">
              <a:defRPr sz="127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5596"/>
                </a:solidFill>
              </a:defRPr>
            </a:pPr>
            <a:r>
              <a:rPr sz="1275" b="1">
                <a:solidFill>
                  <a:srgbClr val="005596"/>
                </a:solidFill>
              </a:rPr>
              <a:t>FORM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7C89-12A7-472E-9490-28BE7EC2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24150"/>
            <a:ext cx="2085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8313F"/>
                </a:solidFill>
              </a:defRPr>
            </a:defPPr>
            <a:lvl1pPr algn="ctr">
              <a:defRPr sz="2025" b="1">
                <a:solidFill>
                  <a:srgbClr val="18313F"/>
                </a:solidFill>
              </a:defRPr>
            </a:lvl1pPr>
            <a:lvl2pPr algn="ctr">
              <a:defRPr sz="2025" b="1">
                <a:solidFill>
                  <a:srgbClr val="18313F"/>
                </a:solidFill>
              </a:defRPr>
            </a:lvl2pPr>
            <a:lvl3pPr algn="ctr">
              <a:defRPr sz="2025" b="1">
                <a:solidFill>
                  <a:srgbClr val="18313F"/>
                </a:solidFill>
              </a:defRPr>
            </a:lvl3pPr>
            <a:lvl4pPr algn="ctr">
              <a:defRPr sz="2025" b="1">
                <a:solidFill>
                  <a:srgbClr val="18313F"/>
                </a:solidFill>
              </a:defRPr>
            </a:lvl4pPr>
            <a:lvl5pPr algn="ctr">
              <a:defRPr sz="2025" b="1">
                <a:solidFill>
                  <a:srgbClr val="18313F"/>
                </a:solidFill>
              </a:defRPr>
            </a:lvl5pPr>
            <a:lvl6pPr algn="ctr">
              <a:defRPr sz="2025" b="1">
                <a:solidFill>
                  <a:srgbClr val="18313F"/>
                </a:solidFill>
              </a:defRPr>
            </a:lvl6pPr>
            <a:lvl7pPr algn="ctr">
              <a:defRPr sz="2025" b="1">
                <a:solidFill>
                  <a:srgbClr val="18313F"/>
                </a:solidFill>
              </a:defRPr>
            </a:lvl7pPr>
            <a:lvl8pPr algn="ctr">
              <a:defRPr sz="2025" b="1">
                <a:solidFill>
                  <a:srgbClr val="18313F"/>
                </a:solidFill>
              </a:defRPr>
            </a:lvl8pPr>
            <a:lvl9pPr algn="ctr">
              <a:defRPr sz="20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13F"/>
                </a:solidFill>
              </a:defRPr>
            </a:pPr>
            <a:r>
              <a:rPr sz="2025" b="1">
                <a:solidFill>
                  <a:srgbClr val="18313F"/>
                </a:solidFill>
              </a:rPr>
              <a:t>Risco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EB863-5F29-4F36-AB22-1D8A6DFC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09950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D6B75"/>
                </a:solidFill>
              </a:defRPr>
            </a:defPPr>
            <a:lvl1pPr algn="ctr">
              <a:defRPr sz="1200" b="0">
                <a:solidFill>
                  <a:srgbClr val="5D6B75"/>
                </a:solidFill>
              </a:defRPr>
            </a:lvl1pPr>
            <a:lvl2pPr algn="ctr">
              <a:defRPr sz="1200" b="0">
                <a:solidFill>
                  <a:srgbClr val="5D6B75"/>
                </a:solidFill>
              </a:defRPr>
            </a:lvl2pPr>
            <a:lvl3pPr algn="ctr">
              <a:defRPr sz="1200" b="0">
                <a:solidFill>
                  <a:srgbClr val="5D6B75"/>
                </a:solidFill>
              </a:defRPr>
            </a:lvl3pPr>
            <a:lvl4pPr algn="ctr">
              <a:defRPr sz="1200" b="0">
                <a:solidFill>
                  <a:srgbClr val="5D6B75"/>
                </a:solidFill>
              </a:defRPr>
            </a:lvl4pPr>
            <a:lvl5pPr algn="ctr">
              <a:defRPr sz="1200" b="0">
                <a:solidFill>
                  <a:srgbClr val="5D6B75"/>
                </a:solidFill>
              </a:defRPr>
            </a:lvl5pPr>
            <a:lvl6pPr algn="ctr">
              <a:defRPr sz="1200" b="0">
                <a:solidFill>
                  <a:srgbClr val="5D6B75"/>
                </a:solidFill>
              </a:defRPr>
            </a:lvl6pPr>
            <a:lvl7pPr algn="ctr">
              <a:defRPr sz="1200" b="0">
                <a:solidFill>
                  <a:srgbClr val="5D6B75"/>
                </a:solidFill>
              </a:defRPr>
            </a:lvl7pPr>
            <a:lvl8pPr algn="ctr">
              <a:defRPr sz="1200" b="0">
                <a:solidFill>
                  <a:srgbClr val="5D6B75"/>
                </a:solidFill>
              </a:defRPr>
            </a:lvl8pPr>
            <a:lvl9pPr algn="ctr">
              <a:defRPr sz="120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D6B75"/>
                </a:solidFill>
              </a:defRPr>
            </a:pPr>
            <a:r>
              <a:rPr sz="1200" b="0">
                <a:solidFill>
                  <a:srgbClr val="5D6B75"/>
                </a:solidFill>
              </a:rPr>
              <a:t>O que pode afetar os titulares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26F5F-90BF-4898-8F77-35EACB7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428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5CB03-B2D0-4238-ACF9-2BFD31A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241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06B35"/>
                </a:solidFill>
              </a:defRPr>
            </a:defPPr>
            <a:lvl1pPr algn="l">
              <a:defRPr sz="1275" b="1">
                <a:solidFill>
                  <a:srgbClr val="006B35"/>
                </a:solidFill>
              </a:defRPr>
            </a:lvl1pPr>
            <a:lvl2pPr algn="l">
              <a:defRPr sz="1275" b="1">
                <a:solidFill>
                  <a:srgbClr val="006B35"/>
                </a:solidFill>
              </a:defRPr>
            </a:lvl2pPr>
            <a:lvl3pPr algn="l">
              <a:defRPr sz="1275" b="1">
                <a:solidFill>
                  <a:srgbClr val="006B35"/>
                </a:solidFill>
              </a:defRPr>
            </a:lvl3pPr>
            <a:lvl4pPr algn="l">
              <a:defRPr sz="1275" b="1">
                <a:solidFill>
                  <a:srgbClr val="006B35"/>
                </a:solidFill>
              </a:defRPr>
            </a:lvl4pPr>
            <a:lvl5pPr algn="l">
              <a:defRPr sz="1275" b="1">
                <a:solidFill>
                  <a:srgbClr val="006B35"/>
                </a:solidFill>
              </a:defRPr>
            </a:lvl5pPr>
            <a:lvl6pPr algn="l">
              <a:defRPr sz="1275" b="1">
                <a:solidFill>
                  <a:srgbClr val="006B35"/>
                </a:solidFill>
              </a:defRPr>
            </a:lvl6pPr>
            <a:lvl7pPr algn="l">
              <a:defRPr sz="1275" b="1">
                <a:solidFill>
                  <a:srgbClr val="006B35"/>
                </a:solidFill>
              </a:defRPr>
            </a:lvl7pPr>
            <a:lvl8pPr algn="l">
              <a:defRPr sz="1275" b="1">
                <a:solidFill>
                  <a:srgbClr val="006B35"/>
                </a:solidFill>
              </a:defRPr>
            </a:lvl8pPr>
            <a:lvl9pPr algn="l">
              <a:defRPr sz="127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6B35"/>
                </a:solidFill>
              </a:defRPr>
            </a:pPr>
            <a:r>
              <a:rPr sz="1275" b="1">
                <a:solidFill>
                  <a:srgbClr val="006B35"/>
                </a:solidFill>
              </a:rPr>
              <a:t>FORM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BB87E-D63E-497F-82E4-DF1B496B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24150"/>
            <a:ext cx="2085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8313F"/>
                </a:solidFill>
              </a:defRPr>
            </a:defPPr>
            <a:lvl1pPr algn="ctr">
              <a:defRPr sz="1650" b="1">
                <a:solidFill>
                  <a:srgbClr val="18313F"/>
                </a:solidFill>
              </a:defRPr>
            </a:lvl1pPr>
            <a:lvl2pPr algn="ctr">
              <a:defRPr sz="1650" b="1">
                <a:solidFill>
                  <a:srgbClr val="18313F"/>
                </a:solidFill>
              </a:defRPr>
            </a:lvl2pPr>
            <a:lvl3pPr algn="ctr">
              <a:defRPr sz="1650" b="1">
                <a:solidFill>
                  <a:srgbClr val="18313F"/>
                </a:solidFill>
              </a:defRPr>
            </a:lvl3pPr>
            <a:lvl4pPr algn="ctr">
              <a:defRPr sz="1650" b="1">
                <a:solidFill>
                  <a:srgbClr val="18313F"/>
                </a:solidFill>
              </a:defRPr>
            </a:lvl4pPr>
            <a:lvl5pPr algn="ctr">
              <a:defRPr sz="1650" b="1">
                <a:solidFill>
                  <a:srgbClr val="18313F"/>
                </a:solidFill>
              </a:defRPr>
            </a:lvl5pPr>
            <a:lvl6pPr algn="ctr">
              <a:defRPr sz="1650" b="1">
                <a:solidFill>
                  <a:srgbClr val="18313F"/>
                </a:solidFill>
              </a:defRPr>
            </a:lvl6pPr>
            <a:lvl7pPr algn="ctr">
              <a:defRPr sz="1650" b="1">
                <a:solidFill>
                  <a:srgbClr val="18313F"/>
                </a:solidFill>
              </a:defRPr>
            </a:lvl7pPr>
            <a:lvl8pPr algn="ctr">
              <a:defRPr sz="1650" b="1">
                <a:solidFill>
                  <a:srgbClr val="18313F"/>
                </a:solidFill>
              </a:defRPr>
            </a:lvl8pPr>
            <a:lvl9pPr algn="ctr">
              <a:defRPr sz="1650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313F"/>
                </a:solidFill>
              </a:defRPr>
            </a:pPr>
            <a:r>
              <a:rPr sz="1650" b="1">
                <a:solidFill>
                  <a:srgbClr val="18313F"/>
                </a:solidFill>
              </a:rPr>
              <a:t>Ação e</a:t>
            </a:r>
          </a:p>
          <a:p xmlns:a="http://schemas.openxmlformats.org/drawingml/2006/main">
            <a:pPr algn="ctr">
              <a:defRPr sz="1650" b="1">
                <a:solidFill>
                  <a:srgbClr val="18313F"/>
                </a:solidFill>
              </a:defRPr>
            </a:pPr>
            <a:r>
              <a:rPr sz="1650" b="1">
                <a:solidFill>
                  <a:srgbClr val="18313F"/>
                </a:solidFill>
              </a:rPr>
              <a:t>acompanhamento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B96B8-9548-44CE-A953-CB3D7C8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409950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D6B75"/>
                </a:solidFill>
              </a:defRPr>
            </a:defPPr>
            <a:lvl1pPr algn="ctr">
              <a:defRPr sz="1200" b="0">
                <a:solidFill>
                  <a:srgbClr val="5D6B75"/>
                </a:solidFill>
              </a:defRPr>
            </a:lvl1pPr>
            <a:lvl2pPr algn="ctr">
              <a:defRPr sz="1200" b="0">
                <a:solidFill>
                  <a:srgbClr val="5D6B75"/>
                </a:solidFill>
              </a:defRPr>
            </a:lvl2pPr>
            <a:lvl3pPr algn="ctr">
              <a:defRPr sz="1200" b="0">
                <a:solidFill>
                  <a:srgbClr val="5D6B75"/>
                </a:solidFill>
              </a:defRPr>
            </a:lvl3pPr>
            <a:lvl4pPr algn="ctr">
              <a:defRPr sz="1200" b="0">
                <a:solidFill>
                  <a:srgbClr val="5D6B75"/>
                </a:solidFill>
              </a:defRPr>
            </a:lvl4pPr>
            <a:lvl5pPr algn="ctr">
              <a:defRPr sz="1200" b="0">
                <a:solidFill>
                  <a:srgbClr val="5D6B75"/>
                </a:solidFill>
              </a:defRPr>
            </a:lvl5pPr>
            <a:lvl6pPr algn="ctr">
              <a:defRPr sz="1200" b="0">
                <a:solidFill>
                  <a:srgbClr val="5D6B75"/>
                </a:solidFill>
              </a:defRPr>
            </a:lvl6pPr>
            <a:lvl7pPr algn="ctr">
              <a:defRPr sz="1200" b="0">
                <a:solidFill>
                  <a:srgbClr val="5D6B75"/>
                </a:solidFill>
              </a:defRPr>
            </a:lvl7pPr>
            <a:lvl8pPr algn="ctr">
              <a:defRPr sz="1200" b="0">
                <a:solidFill>
                  <a:srgbClr val="5D6B75"/>
                </a:solidFill>
              </a:defRPr>
            </a:lvl8pPr>
            <a:lvl9pPr algn="ctr">
              <a:defRPr sz="120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D6B75"/>
                </a:solidFill>
              </a:defRPr>
            </a:pPr>
            <a:r>
              <a:rPr sz="1200" b="0">
                <a:solidFill>
                  <a:srgbClr val="5D6B75"/>
                </a:solidFill>
              </a:rPr>
              <a:t>O que será feito e acompanhado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58C20-6BB7-4647-8492-C7B3BBB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57750"/>
            <a:ext cx="619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36F15-CDCC-4B34-9D5A-53067B16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5596"/>
                </a:solidFill>
              </a:defRPr>
            </a:defPPr>
            <a:lvl1pPr algn="ctr">
              <a:defRPr sz="1650" b="1">
                <a:solidFill>
                  <a:srgbClr val="005596"/>
                </a:solidFill>
              </a:defRPr>
            </a:lvl1pPr>
            <a:lvl2pPr algn="ctr">
              <a:defRPr sz="1650" b="1">
                <a:solidFill>
                  <a:srgbClr val="005596"/>
                </a:solidFill>
              </a:defRPr>
            </a:lvl2pPr>
            <a:lvl3pPr algn="ctr">
              <a:defRPr sz="1650" b="1">
                <a:solidFill>
                  <a:srgbClr val="005596"/>
                </a:solidFill>
              </a:defRPr>
            </a:lvl3pPr>
            <a:lvl4pPr algn="ctr">
              <a:defRPr sz="1650" b="1">
                <a:solidFill>
                  <a:srgbClr val="005596"/>
                </a:solidFill>
              </a:defRPr>
            </a:lvl4pPr>
            <a:lvl5pPr algn="ctr">
              <a:defRPr sz="1650" b="1">
                <a:solidFill>
                  <a:srgbClr val="005596"/>
                </a:solidFill>
              </a:defRPr>
            </a:lvl5pPr>
            <a:lvl6pPr algn="ctr">
              <a:defRPr sz="1650" b="1">
                <a:solidFill>
                  <a:srgbClr val="005596"/>
                </a:solidFill>
              </a:defRPr>
            </a:lvl6pPr>
            <a:lvl7pPr algn="ctr">
              <a:defRPr sz="1650" b="1">
                <a:solidFill>
                  <a:srgbClr val="005596"/>
                </a:solidFill>
              </a:defRPr>
            </a:lvl7pPr>
            <a:lvl8pPr algn="ctr">
              <a:defRPr sz="1650" b="1">
                <a:solidFill>
                  <a:srgbClr val="005596"/>
                </a:solidFill>
              </a:defRPr>
            </a:lvl8pPr>
            <a:lvl9pPr algn="ctr">
              <a:defRPr sz="16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596"/>
                </a:solidFill>
              </a:defRPr>
            </a:pPr>
            <a:r>
              <a:rPr sz="1650" b="1">
                <a:solidFill>
                  <a:srgbClr val="005596"/>
                </a:solidFill>
              </a:rPr>
              <a:t>Mesmo Identificador LGPD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6BEFB-D97E-4593-94A4-447E87B9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14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D6B75"/>
                </a:solidFill>
              </a:defRPr>
            </a:defPPr>
            <a:lvl1pPr algn="ctr">
              <a:defRPr sz="1200" b="0">
                <a:solidFill>
                  <a:srgbClr val="5D6B75"/>
                </a:solidFill>
              </a:defRPr>
            </a:lvl1pPr>
            <a:lvl2pPr algn="ctr">
              <a:defRPr sz="1200" b="0">
                <a:solidFill>
                  <a:srgbClr val="5D6B75"/>
                </a:solidFill>
              </a:defRPr>
            </a:lvl2pPr>
            <a:lvl3pPr algn="ctr">
              <a:defRPr sz="1200" b="0">
                <a:solidFill>
                  <a:srgbClr val="5D6B75"/>
                </a:solidFill>
              </a:defRPr>
            </a:lvl3pPr>
            <a:lvl4pPr algn="ctr">
              <a:defRPr sz="1200" b="0">
                <a:solidFill>
                  <a:srgbClr val="5D6B75"/>
                </a:solidFill>
              </a:defRPr>
            </a:lvl4pPr>
            <a:lvl5pPr algn="ctr">
              <a:defRPr sz="1200" b="0">
                <a:solidFill>
                  <a:srgbClr val="5D6B75"/>
                </a:solidFill>
              </a:defRPr>
            </a:lvl5pPr>
            <a:lvl6pPr algn="ctr">
              <a:defRPr sz="1200" b="0">
                <a:solidFill>
                  <a:srgbClr val="5D6B75"/>
                </a:solidFill>
              </a:defRPr>
            </a:lvl6pPr>
            <a:lvl7pPr algn="ctr">
              <a:defRPr sz="1200" b="0">
                <a:solidFill>
                  <a:srgbClr val="5D6B75"/>
                </a:solidFill>
              </a:defRPr>
            </a:lvl7pPr>
            <a:lvl8pPr algn="ctr">
              <a:defRPr sz="1200" b="0">
                <a:solidFill>
                  <a:srgbClr val="5D6B75"/>
                </a:solidFill>
              </a:defRPr>
            </a:lvl8pPr>
            <a:lvl9pPr algn="ctr">
              <a:defRPr sz="1200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D6B75"/>
                </a:solidFill>
              </a:defRPr>
            </a:pPr>
            <a:r>
              <a:rPr sz="1200" b="0">
                <a:solidFill>
                  <a:srgbClr val="5D6B75"/>
                </a:solidFill>
              </a:rPr>
              <a:t>Um Registro, quatro instrumentos com histórico próprio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79DD5-43E4-4EC4-8052-A8A03703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FC3EE-D69E-4E20-9DD4-79C61E0B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5926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76677-1F10-4EFB-B8EB-EAFE914834B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2952750"/>
            <a:ext cx="1238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D6B75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2C0B3-65F9-492F-9D05-DB11877870E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429500" y="2190750"/>
            <a:ext cx="12382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6B35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D584C-DDA7-445C-8EFE-685A43FD94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29527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596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6DF9E-CA16-44F0-8C25-8CDDCB3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O recorte do inventário LGPD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A7B20-2BC4-49E9-8146-5300FF4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Não é necessário mapear toda atividade municipal sem relação com titulares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F3081-7D5E-4D03-A851-85CC3FD05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fa716f63749d8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2E536-1DEC-4237-9103-D50B3328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AC032-C6CF-49BB-B5ED-100B706F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8313F"/>
                </a:solidFill>
              </a:defRPr>
            </a:defPPr>
            <a:lvl1pPr algn="ctr">
              <a:defRPr sz="1575" b="1">
                <a:solidFill>
                  <a:srgbClr val="18313F"/>
                </a:solidFill>
              </a:defRPr>
            </a:lvl1pPr>
            <a:lvl2pPr algn="ctr">
              <a:defRPr sz="1575" b="1">
                <a:solidFill>
                  <a:srgbClr val="18313F"/>
                </a:solidFill>
              </a:defRPr>
            </a:lvl2pPr>
            <a:lvl3pPr algn="ctr">
              <a:defRPr sz="1575" b="1">
                <a:solidFill>
                  <a:srgbClr val="18313F"/>
                </a:solidFill>
              </a:defRPr>
            </a:lvl3pPr>
            <a:lvl4pPr algn="ctr">
              <a:defRPr sz="1575" b="1">
                <a:solidFill>
                  <a:srgbClr val="18313F"/>
                </a:solidFill>
              </a:defRPr>
            </a:lvl4pPr>
            <a:lvl5pPr algn="ctr">
              <a:defRPr sz="1575" b="1">
                <a:solidFill>
                  <a:srgbClr val="18313F"/>
                </a:solidFill>
              </a:defRPr>
            </a:lvl5pPr>
            <a:lvl6pPr algn="ctr">
              <a:defRPr sz="1575" b="1">
                <a:solidFill>
                  <a:srgbClr val="18313F"/>
                </a:solidFill>
              </a:defRPr>
            </a:lvl6pPr>
            <a:lvl7pPr algn="ctr">
              <a:defRPr sz="1575" b="1">
                <a:solidFill>
                  <a:srgbClr val="18313F"/>
                </a:solidFill>
              </a:defRPr>
            </a:lvl7pPr>
            <a:lvl8pPr algn="ctr">
              <a:defRPr sz="1575" b="1">
                <a:solidFill>
                  <a:srgbClr val="18313F"/>
                </a:solidFill>
              </a:defRPr>
            </a:lvl8pPr>
            <a:lvl9pPr algn="ctr">
              <a:defRPr sz="157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313F"/>
                </a:solidFill>
              </a:defRPr>
            </a:pPr>
            <a:r>
              <a:rPr sz="1575" b="1">
                <a:solidFill>
                  <a:srgbClr val="18313F"/>
                </a:solidFill>
              </a:rPr>
              <a:t>Serviço, processo</a:t>
            </a:r>
          </a:p>
          <a:p xmlns:a="http://schemas.openxmlformats.org/drawingml/2006/main">
            <a:pPr algn="ctr">
              <a:defRPr sz="1575" b="1">
                <a:solidFill>
                  <a:srgbClr val="18313F"/>
                </a:solidFill>
              </a:defRPr>
            </a:pPr>
            <a:r>
              <a:rPr sz="1575" b="1">
                <a:solidFill>
                  <a:srgbClr val="18313F"/>
                </a:solidFill>
              </a:rPr>
              <a:t>ou atividade municipal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74F0B-D78E-4C6F-B79F-02A2F13C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5596"/>
                </a:solidFill>
              </a:defRPr>
            </a:defPPr>
            <a:lvl1pPr algn="ctr">
              <a:defRPr sz="1725" b="1">
                <a:solidFill>
                  <a:srgbClr val="005596"/>
                </a:solidFill>
              </a:defRPr>
            </a:lvl1pPr>
            <a:lvl2pPr algn="ctr">
              <a:defRPr sz="1725" b="1">
                <a:solidFill>
                  <a:srgbClr val="005596"/>
                </a:solidFill>
              </a:defRPr>
            </a:lvl2pPr>
            <a:lvl3pPr algn="ctr">
              <a:defRPr sz="1725" b="1">
                <a:solidFill>
                  <a:srgbClr val="005596"/>
                </a:solidFill>
              </a:defRPr>
            </a:lvl3pPr>
            <a:lvl4pPr algn="ctr">
              <a:defRPr sz="1725" b="1">
                <a:solidFill>
                  <a:srgbClr val="005596"/>
                </a:solidFill>
              </a:defRPr>
            </a:lvl4pPr>
            <a:lvl5pPr algn="ctr">
              <a:defRPr sz="1725" b="1">
                <a:solidFill>
                  <a:srgbClr val="005596"/>
                </a:solidFill>
              </a:defRPr>
            </a:lvl5pPr>
            <a:lvl6pPr algn="ctr">
              <a:defRPr sz="1725" b="1">
                <a:solidFill>
                  <a:srgbClr val="005596"/>
                </a:solidFill>
              </a:defRPr>
            </a:lvl6pPr>
            <a:lvl7pPr algn="ctr">
              <a:defRPr sz="1725" b="1">
                <a:solidFill>
                  <a:srgbClr val="005596"/>
                </a:solidFill>
              </a:defRPr>
            </a:lvl7pPr>
            <a:lvl8pPr algn="ctr">
              <a:defRPr sz="1725" b="1">
                <a:solidFill>
                  <a:srgbClr val="005596"/>
                </a:solidFill>
              </a:defRPr>
            </a:lvl8pPr>
            <a:lvl9pPr algn="ctr">
              <a:defRPr sz="172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596"/>
                </a:solidFill>
              </a:defRPr>
            </a:pPr>
            <a:r>
              <a:rPr sz="1725" b="1">
                <a:solidFill>
                  <a:srgbClr val="005596"/>
                </a:solidFill>
              </a:rPr>
              <a:t>Há tratamento de</a:t>
            </a:r>
          </a:p>
          <a:p xmlns:a="http://schemas.openxmlformats.org/drawingml/2006/main">
            <a:pPr algn="ctr">
              <a:defRPr sz="1725" b="1">
                <a:solidFill>
                  <a:srgbClr val="005596"/>
                </a:solidFill>
              </a:defRPr>
            </a:pPr>
            <a:r>
              <a:rPr sz="1725" b="1">
                <a:solidFill>
                  <a:srgbClr val="005596"/>
                </a:solidFill>
              </a:rPr>
              <a:t>dados pessoais?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61B11-C390-4145-84AA-39C3D070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B35"/>
                </a:solidFill>
              </a:defRPr>
            </a:defPPr>
            <a:lvl1pPr algn="ctr">
              <a:defRPr sz="1650" b="1">
                <a:solidFill>
                  <a:srgbClr val="006B35"/>
                </a:solidFill>
              </a:defRPr>
            </a:lvl1pPr>
            <a:lvl2pPr algn="ctr">
              <a:defRPr sz="1650" b="1">
                <a:solidFill>
                  <a:srgbClr val="006B35"/>
                </a:solidFill>
              </a:defRPr>
            </a:lvl2pPr>
            <a:lvl3pPr algn="ctr">
              <a:defRPr sz="1650" b="1">
                <a:solidFill>
                  <a:srgbClr val="006B35"/>
                </a:solidFill>
              </a:defRPr>
            </a:lvl3pPr>
            <a:lvl4pPr algn="ctr">
              <a:defRPr sz="1650" b="1">
                <a:solidFill>
                  <a:srgbClr val="006B35"/>
                </a:solidFill>
              </a:defRPr>
            </a:lvl4pPr>
            <a:lvl5pPr algn="ctr">
              <a:defRPr sz="1650" b="1">
                <a:solidFill>
                  <a:srgbClr val="006B35"/>
                </a:solidFill>
              </a:defRPr>
            </a:lvl5pPr>
            <a:lvl6pPr algn="ctr">
              <a:defRPr sz="1650" b="1">
                <a:solidFill>
                  <a:srgbClr val="006B35"/>
                </a:solidFill>
              </a:defRPr>
            </a:lvl6pPr>
            <a:lvl7pPr algn="ctr">
              <a:defRPr sz="1650" b="1">
                <a:solidFill>
                  <a:srgbClr val="006B35"/>
                </a:solidFill>
              </a:defRPr>
            </a:lvl7pPr>
            <a:lvl8pPr algn="ctr">
              <a:defRPr sz="1650" b="1">
                <a:solidFill>
                  <a:srgbClr val="006B35"/>
                </a:solidFill>
              </a:defRPr>
            </a:lvl8pPr>
            <a:lvl9pPr algn="ctr">
              <a:defRPr sz="1650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B35"/>
                </a:solidFill>
              </a:defRPr>
            </a:pPr>
            <a:r>
              <a:rPr sz="1650" b="1">
                <a:solidFill>
                  <a:srgbClr val="006B35"/>
                </a:solidFill>
              </a:rPr>
              <a:t>Entra na Jornada</a:t>
            </a:r>
          </a:p>
          <a:p xmlns:a="http://schemas.openxmlformats.org/drawingml/2006/main">
            <a:pPr algn="ctr">
              <a:defRPr sz="1650" b="1">
                <a:solidFill>
                  <a:srgbClr val="006B35"/>
                </a:solidFill>
              </a:defRPr>
            </a:pPr>
            <a:r>
              <a:rPr sz="1650" b="1">
                <a:solidFill>
                  <a:srgbClr val="006B35"/>
                </a:solidFill>
              </a:rPr>
              <a:t>e no inventário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F41FC-145A-453C-A191-3CFBF817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5D6B75"/>
                </a:solidFill>
              </a:defRPr>
            </a:defPPr>
            <a:lvl1pPr algn="ctr">
              <a:defRPr sz="1650" b="1">
                <a:solidFill>
                  <a:srgbClr val="5D6B75"/>
                </a:solidFill>
              </a:defRPr>
            </a:lvl1pPr>
            <a:lvl2pPr algn="ctr">
              <a:defRPr sz="1650" b="1">
                <a:solidFill>
                  <a:srgbClr val="5D6B75"/>
                </a:solidFill>
              </a:defRPr>
            </a:lvl2pPr>
            <a:lvl3pPr algn="ctr">
              <a:defRPr sz="1650" b="1">
                <a:solidFill>
                  <a:srgbClr val="5D6B75"/>
                </a:solidFill>
              </a:defRPr>
            </a:lvl3pPr>
            <a:lvl4pPr algn="ctr">
              <a:defRPr sz="1650" b="1">
                <a:solidFill>
                  <a:srgbClr val="5D6B75"/>
                </a:solidFill>
              </a:defRPr>
            </a:lvl4pPr>
            <a:lvl5pPr algn="ctr">
              <a:defRPr sz="1650" b="1">
                <a:solidFill>
                  <a:srgbClr val="5D6B75"/>
                </a:solidFill>
              </a:defRPr>
            </a:lvl5pPr>
            <a:lvl6pPr algn="ctr">
              <a:defRPr sz="1650" b="1">
                <a:solidFill>
                  <a:srgbClr val="5D6B75"/>
                </a:solidFill>
              </a:defRPr>
            </a:lvl6pPr>
            <a:lvl7pPr algn="ctr">
              <a:defRPr sz="1650" b="1">
                <a:solidFill>
                  <a:srgbClr val="5D6B75"/>
                </a:solidFill>
              </a:defRPr>
            </a:lvl7pPr>
            <a:lvl8pPr algn="ctr">
              <a:defRPr sz="1650" b="1">
                <a:solidFill>
                  <a:srgbClr val="5D6B75"/>
                </a:solidFill>
              </a:defRPr>
            </a:lvl8pPr>
            <a:lvl9pPr algn="ctr">
              <a:defRPr sz="1650" b="1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D6B75"/>
                </a:solidFill>
              </a:defRPr>
            </a:pPr>
            <a:r>
              <a:rPr sz="1650" b="1">
                <a:solidFill>
                  <a:srgbClr val="5D6B75"/>
                </a:solidFill>
              </a:rPr>
              <a:t>Fica fora do inventário</a:t>
            </a:r>
          </a:p>
          <a:p xmlns:a="http://schemas.openxmlformats.org/drawingml/2006/main">
            <a:pPr algn="ctr">
              <a:defRPr sz="1650" b="1">
                <a:solidFill>
                  <a:srgbClr val="5D6B75"/>
                </a:solidFill>
              </a:defRPr>
            </a:pPr>
            <a:r>
              <a:rPr sz="1650" b="1">
                <a:solidFill>
                  <a:srgbClr val="5D6B75"/>
                </a:solidFill>
              </a:rPr>
              <a:t>LGPD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60BF9-98E2-4BA9-B006-2A7DA350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288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B35"/>
                </a:solidFill>
              </a:defRPr>
            </a:defPPr>
            <a:lvl1pPr algn="ctr">
              <a:defRPr sz="1125" b="1">
                <a:solidFill>
                  <a:srgbClr val="006B35"/>
                </a:solidFill>
              </a:defRPr>
            </a:lvl1pPr>
            <a:lvl2pPr algn="ctr">
              <a:defRPr sz="1125" b="1">
                <a:solidFill>
                  <a:srgbClr val="006B35"/>
                </a:solidFill>
              </a:defRPr>
            </a:lvl2pPr>
            <a:lvl3pPr algn="ctr">
              <a:defRPr sz="1125" b="1">
                <a:solidFill>
                  <a:srgbClr val="006B35"/>
                </a:solidFill>
              </a:defRPr>
            </a:lvl3pPr>
            <a:lvl4pPr algn="ctr">
              <a:defRPr sz="1125" b="1">
                <a:solidFill>
                  <a:srgbClr val="006B35"/>
                </a:solidFill>
              </a:defRPr>
            </a:lvl4pPr>
            <a:lvl5pPr algn="ctr">
              <a:defRPr sz="1125" b="1">
                <a:solidFill>
                  <a:srgbClr val="006B35"/>
                </a:solidFill>
              </a:defRPr>
            </a:lvl5pPr>
            <a:lvl6pPr algn="ctr">
              <a:defRPr sz="1125" b="1">
                <a:solidFill>
                  <a:srgbClr val="006B35"/>
                </a:solidFill>
              </a:defRPr>
            </a:lvl6pPr>
            <a:lvl7pPr algn="ctr">
              <a:defRPr sz="1125" b="1">
                <a:solidFill>
                  <a:srgbClr val="006B35"/>
                </a:solidFill>
              </a:defRPr>
            </a:lvl7pPr>
            <a:lvl8pPr algn="ctr">
              <a:defRPr sz="1125" b="1">
                <a:solidFill>
                  <a:srgbClr val="006B35"/>
                </a:solidFill>
              </a:defRPr>
            </a:lvl8pPr>
            <a:lvl9pPr algn="ctr">
              <a:defRPr sz="112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B35"/>
                </a:solidFill>
              </a:defRPr>
            </a:pPr>
            <a:r>
              <a:rPr sz="1125" b="1">
                <a:solidFill>
                  <a:srgbClr val="006B35"/>
                </a:solidFill>
              </a:rPr>
              <a:t>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220F2-A706-43A1-978E-72351ED3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5D6B75"/>
                </a:solidFill>
              </a:defRPr>
            </a:defPPr>
            <a:lvl1pPr algn="ctr">
              <a:defRPr sz="1125" b="1">
                <a:solidFill>
                  <a:srgbClr val="5D6B75"/>
                </a:solidFill>
              </a:defRPr>
            </a:lvl1pPr>
            <a:lvl2pPr algn="ctr">
              <a:defRPr sz="1125" b="1">
                <a:solidFill>
                  <a:srgbClr val="5D6B75"/>
                </a:solidFill>
              </a:defRPr>
            </a:lvl2pPr>
            <a:lvl3pPr algn="ctr">
              <a:defRPr sz="1125" b="1">
                <a:solidFill>
                  <a:srgbClr val="5D6B75"/>
                </a:solidFill>
              </a:defRPr>
            </a:lvl3pPr>
            <a:lvl4pPr algn="ctr">
              <a:defRPr sz="1125" b="1">
                <a:solidFill>
                  <a:srgbClr val="5D6B75"/>
                </a:solidFill>
              </a:defRPr>
            </a:lvl4pPr>
            <a:lvl5pPr algn="ctr">
              <a:defRPr sz="1125" b="1">
                <a:solidFill>
                  <a:srgbClr val="5D6B75"/>
                </a:solidFill>
              </a:defRPr>
            </a:lvl5pPr>
            <a:lvl6pPr algn="ctr">
              <a:defRPr sz="1125" b="1">
                <a:solidFill>
                  <a:srgbClr val="5D6B75"/>
                </a:solidFill>
              </a:defRPr>
            </a:lvl6pPr>
            <a:lvl7pPr algn="ctr">
              <a:defRPr sz="1125" b="1">
                <a:solidFill>
                  <a:srgbClr val="5D6B75"/>
                </a:solidFill>
              </a:defRPr>
            </a:lvl7pPr>
            <a:lvl8pPr algn="ctr">
              <a:defRPr sz="1125" b="1">
                <a:solidFill>
                  <a:srgbClr val="5D6B75"/>
                </a:solidFill>
              </a:defRPr>
            </a:lvl8pPr>
            <a:lvl9pPr algn="ctr">
              <a:defRPr sz="1125" b="1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5D6B75"/>
                </a:solidFill>
              </a:defRPr>
            </a:pPr>
            <a:r>
              <a:rPr sz="1125" b="1">
                <a:solidFill>
                  <a:srgbClr val="5D6B75"/>
                </a:solidFill>
              </a:rPr>
              <a:t>não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B643E-6245-4D9C-84A7-DF6F6196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5596"/>
                </a:solidFill>
              </a:defRPr>
            </a:defPPr>
            <a:lvl1pPr algn="ctr">
              <a:defRPr sz="1650" b="1">
                <a:solidFill>
                  <a:srgbClr val="005596"/>
                </a:solidFill>
              </a:defRPr>
            </a:lvl1pPr>
            <a:lvl2pPr algn="ctr">
              <a:defRPr sz="1650" b="1">
                <a:solidFill>
                  <a:srgbClr val="005596"/>
                </a:solidFill>
              </a:defRPr>
            </a:lvl2pPr>
            <a:lvl3pPr algn="ctr">
              <a:defRPr sz="1650" b="1">
                <a:solidFill>
                  <a:srgbClr val="005596"/>
                </a:solidFill>
              </a:defRPr>
            </a:lvl3pPr>
            <a:lvl4pPr algn="ctr">
              <a:defRPr sz="1650" b="1">
                <a:solidFill>
                  <a:srgbClr val="005596"/>
                </a:solidFill>
              </a:defRPr>
            </a:lvl4pPr>
            <a:lvl5pPr algn="ctr">
              <a:defRPr sz="1650" b="1">
                <a:solidFill>
                  <a:srgbClr val="005596"/>
                </a:solidFill>
              </a:defRPr>
            </a:lvl5pPr>
            <a:lvl6pPr algn="ctr">
              <a:defRPr sz="1650" b="1">
                <a:solidFill>
                  <a:srgbClr val="005596"/>
                </a:solidFill>
              </a:defRPr>
            </a:lvl6pPr>
            <a:lvl7pPr algn="ctr">
              <a:defRPr sz="1650" b="1">
                <a:solidFill>
                  <a:srgbClr val="005596"/>
                </a:solidFill>
              </a:defRPr>
            </a:lvl7pPr>
            <a:lvl8pPr algn="ctr">
              <a:defRPr sz="1650" b="1">
                <a:solidFill>
                  <a:srgbClr val="005596"/>
                </a:solidFill>
              </a:defRPr>
            </a:lvl8pPr>
            <a:lvl9pPr algn="ctr">
              <a:defRPr sz="16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596"/>
                </a:solidFill>
              </a:defRPr>
            </a:pPr>
            <a:r>
              <a:rPr sz="1650" b="1">
                <a:solidFill>
                  <a:srgbClr val="005596"/>
                </a:solidFill>
              </a:rPr>
              <a:t>Quando houver dados sensíveis, os cuidados especiais precisam ficar documentados no próprio percurso.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0CF5C-1939-4BFC-815F-1607918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02035-D711-4B44-8B7C-B99D3A9C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991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3DF5F-0837-4069-B47C-EF670A0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Matriz de alinhamento com os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22A0D-C423-4E67-9CC5-B73D96E7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A PoC reduz profundidade e volume, mas preserva a direção arquitetural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57A5B-9EC4-496A-9C2C-91F19C8346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d043406d343e1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0CE56-6F80-490C-9B48-7F6BE42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A8A77-BB9F-44F0-9390-2F1317C26C71}"/>
              </a:ext>
            </a:extLst>
          </p:cNvPr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109347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714625"/>
                <a:gridCol w="3000375"/>
                <a:gridCol w="3028950"/>
              </a:tblGrid>
              <a:tr h="7715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Instrumento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8D5DE"/>
                      </a:solidFill>
                      <a:prstDash val="solid"/>
                    </a:lnL>
                    <a:lnR w="9525">
                      <a:solidFill>
                        <a:srgbClr val="C8D5DE"/>
                      </a:solidFill>
                      <a:prstDash val="solid"/>
                    </a:lnR>
                    <a:lnT w="9525">
                      <a:solidFill>
                        <a:srgbClr val="C8D5DE"/>
                      </a:solidFill>
                      <a:prstDash val="solid"/>
                    </a:lnT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PoC nuclear M1a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T w="9525">
                      <a:solidFill>
                        <a:srgbClr val="C8D5DE"/>
                      </a:solidFill>
                      <a:prstDash val="solid"/>
                    </a:lnT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PoC ampliada essencial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T w="9525">
                      <a:solidFill>
                        <a:srgbClr val="C8D5DE"/>
                      </a:solidFill>
                      <a:prstDash val="solid"/>
                    </a:lnT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Depois da PoC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T w="9525">
                      <a:solidFill>
                        <a:srgbClr val="C8D5DE"/>
                      </a:solidFill>
                      <a:prstDash val="solid"/>
                    </a:lnT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005596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FORM 1</a:t>
                      </a:r>
                    </a:p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Realidade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8D5DE"/>
                      </a:solidFill>
                      <a:prstDash val="solid"/>
                    </a:lnL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Contrato sintético</a:t>
                      </a:r>
                    </a:p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e motor completo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FORM 1 real</a:t>
                      </a:r>
                    </a:p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e ingestão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Operação institucional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FORM 2</a:t>
                      </a:r>
                    </a:p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Legitimidade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8D5DE"/>
                      </a:solidFill>
                      <a:prstDash val="solid"/>
                    </a:lnL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Motor compatível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Segundo instrumento</a:t>
                      </a:r>
                    </a:p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mínimo executável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Instrumento integral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FORM 3</a:t>
                      </a:r>
                    </a:p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Risco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8D5DE"/>
                      </a:solidFill>
                      <a:prstDash val="solid"/>
                    </a:lnL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Motor compatível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Estrutura preservada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Instrumento integral</a:t>
                      </a:r>
                    </a:p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e RIPD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FORM 4</a:t>
                      </a:r>
                    </a:p>
                    <a:p>
                      <a:r>
                        <a:rPr sz="1275" b="1">
                          <a:solidFill>
                            <a:srgbClr val="005596"/>
                          </a:solidFill>
                        </a:rPr>
                        <a:t>Ação e acompanhamento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8D5DE"/>
                      </a:solidFill>
                      <a:prstDash val="solid"/>
                    </a:lnL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Ação obrigatória</a:t>
                      </a:r>
                    </a:p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sintética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Fluxos de controle</a:t>
                      </a:r>
                    </a:p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e continuidade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313F"/>
                          </a:solidFill>
                        </a:rPr>
                        <a:t>Instrumento integral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C8D5DE"/>
                      </a:solidFill>
                      <a:prstDash val="solid"/>
                    </a:lnR>
                    <a:lnB w="9525">
                      <a:solidFill>
                        <a:srgbClr val="C8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0C20D-61A9-431D-82B0-371A2B3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02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06B35"/>
                </a:solidFill>
              </a:defRPr>
            </a:defPPr>
            <a:lvl1pPr algn="ctr">
              <a:defRPr sz="1425" b="1">
                <a:solidFill>
                  <a:srgbClr val="006B35"/>
                </a:solidFill>
              </a:defRPr>
            </a:lvl1pPr>
            <a:lvl2pPr algn="ctr">
              <a:defRPr sz="1425" b="1">
                <a:solidFill>
                  <a:srgbClr val="006B35"/>
                </a:solidFill>
              </a:defRPr>
            </a:lvl2pPr>
            <a:lvl3pPr algn="ctr">
              <a:defRPr sz="1425" b="1">
                <a:solidFill>
                  <a:srgbClr val="006B35"/>
                </a:solidFill>
              </a:defRPr>
            </a:lvl3pPr>
            <a:lvl4pPr algn="ctr">
              <a:defRPr sz="1425" b="1">
                <a:solidFill>
                  <a:srgbClr val="006B35"/>
                </a:solidFill>
              </a:defRPr>
            </a:lvl4pPr>
            <a:lvl5pPr algn="ctr">
              <a:defRPr sz="1425" b="1">
                <a:solidFill>
                  <a:srgbClr val="006B35"/>
                </a:solidFill>
              </a:defRPr>
            </a:lvl5pPr>
            <a:lvl6pPr algn="ctr">
              <a:defRPr sz="1425" b="1">
                <a:solidFill>
                  <a:srgbClr val="006B35"/>
                </a:solidFill>
              </a:defRPr>
            </a:lvl6pPr>
            <a:lvl7pPr algn="ctr">
              <a:defRPr sz="1425" b="1">
                <a:solidFill>
                  <a:srgbClr val="006B35"/>
                </a:solidFill>
              </a:defRPr>
            </a:lvl7pPr>
            <a:lvl8pPr algn="ctr">
              <a:defRPr sz="1425" b="1">
                <a:solidFill>
                  <a:srgbClr val="006B35"/>
                </a:solidFill>
              </a:defRPr>
            </a:lvl8pPr>
            <a:lvl9pPr algn="ctr">
              <a:defRPr sz="142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06B35"/>
                </a:solidFill>
              </a:defRPr>
            </a:pPr>
            <a:r>
              <a:rPr sz="1425" b="1">
                <a:solidFill>
                  <a:srgbClr val="006B35"/>
                </a:solidFill>
              </a:rPr>
              <a:t>Regra de acompanhamento: nenhum incremento deve contradizer os quatro instrumentos, mesmo quando só implementa uma parte deles.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D0ED2-41A3-4DA0-9ECF-EC23EBA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85693-8D4F-47F2-94D5-AA3CDDC0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4025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E617B5-1FC3-42FB-8EEB-18A5BAFF4684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8679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74D14-8824-40E6-8165-49962E6D752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4385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25E7AB-78CE-416D-8F54-C641C1389C3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79D0E-F5E9-498B-A5FA-A5F2BF04F0B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1D0FE6-5CD4-460C-B212-7AB988C08D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717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5DE"/>
            </a:solidFill>
            <a:prstDash val="soli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78136B-8EDE-4AB3-B1D0-FB7CFA5F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Fluxo implementado no M1a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45150-94C7-4305-BC82-8E598E2D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Rascunho, versão, análise e devolução preservam autoria, histórico e concorrência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457E5-132F-437D-A4DD-BA647F0A1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4df92f6b4de5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0E0DA-5823-4671-AB6F-8A0DC7BE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ACE12-9285-4AC5-B9DB-7E0FEC82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6002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19050">
            <a:solidFill>
              <a:srgbClr val="0055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1F975-BAD6-40D4-8D21-B7519C1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9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  <a:lvl1pPr algn="ctr">
              <a:defRPr sz="1725" b="1">
                <a:solidFill>
                  <a:srgbClr val="FFFFFF"/>
                </a:solidFill>
              </a:defRPr>
            </a:lvl1pPr>
            <a:lvl2pPr algn="ctr">
              <a:defRPr sz="1725" b="1">
                <a:solidFill>
                  <a:srgbClr val="FFFFFF"/>
                </a:solidFill>
              </a:defRPr>
            </a:lvl2pPr>
            <a:lvl3pPr algn="ctr">
              <a:defRPr sz="1725" b="1">
                <a:solidFill>
                  <a:srgbClr val="FFFFFF"/>
                </a:solidFill>
              </a:defRPr>
            </a:lvl3pPr>
            <a:lvl4pPr algn="ctr">
              <a:defRPr sz="1725" b="1">
                <a:solidFill>
                  <a:srgbClr val="FFFFFF"/>
                </a:solidFill>
              </a:defRPr>
            </a:lvl4pPr>
            <a:lvl5pPr algn="ctr">
              <a:defRPr sz="1725" b="1">
                <a:solidFill>
                  <a:srgbClr val="FFFFFF"/>
                </a:solidFill>
              </a:defRPr>
            </a:lvl5pPr>
            <a:lvl6pPr algn="ctr">
              <a:defRPr sz="1725" b="1">
                <a:solidFill>
                  <a:srgbClr val="FFFFFF"/>
                </a:solidFill>
              </a:defRPr>
            </a:lvl6pPr>
            <a:lvl7pPr algn="ctr">
              <a:defRPr sz="1725" b="1">
                <a:solidFill>
                  <a:srgbClr val="FFFFFF"/>
                </a:solidFill>
              </a:defRPr>
            </a:lvl7pPr>
            <a:lvl8pPr algn="ctr">
              <a:defRPr sz="1725" b="1">
                <a:solidFill>
                  <a:srgbClr val="FFFFFF"/>
                </a:solidFill>
              </a:defRPr>
            </a:lvl8pPr>
            <a:lvl9pPr algn="ctr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D23FB-D2D3-40B1-86E1-E946A969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Criar Registro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21F06-E92E-4EB3-8837-48B601F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5596"/>
                </a:solidFill>
              </a:defRPr>
            </a:defPPr>
            <a:lvl1pPr algn="ctr">
              <a:defRPr sz="1125" b="1">
                <a:solidFill>
                  <a:srgbClr val="005596"/>
                </a:solidFill>
              </a:defRPr>
            </a:lvl1pPr>
            <a:lvl2pPr algn="ctr">
              <a:defRPr sz="1125" b="1">
                <a:solidFill>
                  <a:srgbClr val="005596"/>
                </a:solidFill>
              </a:defRPr>
            </a:lvl2pPr>
            <a:lvl3pPr algn="ctr">
              <a:defRPr sz="1125" b="1">
                <a:solidFill>
                  <a:srgbClr val="005596"/>
                </a:solidFill>
              </a:defRPr>
            </a:lvl3pPr>
            <a:lvl4pPr algn="ctr">
              <a:defRPr sz="1125" b="1">
                <a:solidFill>
                  <a:srgbClr val="005596"/>
                </a:solidFill>
              </a:defRPr>
            </a:lvl4pPr>
            <a:lvl5pPr algn="ctr">
              <a:defRPr sz="1125" b="1">
                <a:solidFill>
                  <a:srgbClr val="005596"/>
                </a:solidFill>
              </a:defRPr>
            </a:lvl5pPr>
            <a:lvl6pPr algn="ctr">
              <a:defRPr sz="1125" b="1">
                <a:solidFill>
                  <a:srgbClr val="005596"/>
                </a:solidFill>
              </a:defRPr>
            </a:lvl6pPr>
            <a:lvl7pPr algn="ctr">
              <a:defRPr sz="1125" b="1">
                <a:solidFill>
                  <a:srgbClr val="005596"/>
                </a:solidFill>
              </a:defRPr>
            </a:lvl7pPr>
            <a:lvl8pPr algn="ctr">
              <a:defRPr sz="1125" b="1">
                <a:solidFill>
                  <a:srgbClr val="005596"/>
                </a:solidFill>
              </a:defRPr>
            </a:lvl8pPr>
            <a:lvl9pPr algn="ctr">
              <a:defRPr sz="112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5596"/>
                </a:solidFill>
              </a:defRPr>
            </a:pPr>
            <a:r>
              <a:rPr sz="1125" b="1">
                <a:solidFill>
                  <a:srgbClr val="005596"/>
                </a:solidFill>
              </a:rPr>
              <a:t>G1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E1418-51BA-4699-B9B8-DAFA0FEC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33625"/>
            <a:ext cx="16002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9050">
            <a:solidFill>
              <a:srgbClr val="00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C0CF2-84E4-41C2-B90F-1A4BEC61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  <a:lvl1pPr algn="ctr">
              <a:defRPr sz="1725" b="1">
                <a:solidFill>
                  <a:srgbClr val="FFFFFF"/>
                </a:solidFill>
              </a:defRPr>
            </a:lvl1pPr>
            <a:lvl2pPr algn="ctr">
              <a:defRPr sz="1725" b="1">
                <a:solidFill>
                  <a:srgbClr val="FFFFFF"/>
                </a:solidFill>
              </a:defRPr>
            </a:lvl2pPr>
            <a:lvl3pPr algn="ctr">
              <a:defRPr sz="1725" b="1">
                <a:solidFill>
                  <a:srgbClr val="FFFFFF"/>
                </a:solidFill>
              </a:defRPr>
            </a:lvl3pPr>
            <a:lvl4pPr algn="ctr">
              <a:defRPr sz="1725" b="1">
                <a:solidFill>
                  <a:srgbClr val="FFFFFF"/>
                </a:solidFill>
              </a:defRPr>
            </a:lvl4pPr>
            <a:lvl5pPr algn="ctr">
              <a:defRPr sz="1725" b="1">
                <a:solidFill>
                  <a:srgbClr val="FFFFFF"/>
                </a:solidFill>
              </a:defRPr>
            </a:lvl5pPr>
            <a:lvl6pPr algn="ctr">
              <a:defRPr sz="1725" b="1">
                <a:solidFill>
                  <a:srgbClr val="FFFFFF"/>
                </a:solidFill>
              </a:defRPr>
            </a:lvl6pPr>
            <a:lvl7pPr algn="ctr">
              <a:defRPr sz="1725" b="1">
                <a:solidFill>
                  <a:srgbClr val="FFFFFF"/>
                </a:solidFill>
              </a:defRPr>
            </a:lvl7pPr>
            <a:lvl8pPr algn="ctr">
              <a:defRPr sz="1725" b="1">
                <a:solidFill>
                  <a:srgbClr val="FFFFFF"/>
                </a:solidFill>
              </a:defRPr>
            </a:lvl8pPr>
            <a:lvl9pPr algn="ctr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A6D7B-5694-426F-8E20-660859E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Preencher e salvar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780DE-FE8D-4215-8B33-633C3F1E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B35"/>
                </a:solidFill>
              </a:defRPr>
            </a:defPPr>
            <a:lvl1pPr algn="ctr">
              <a:defRPr sz="1125" b="1">
                <a:solidFill>
                  <a:srgbClr val="006B35"/>
                </a:solidFill>
              </a:defRPr>
            </a:lvl1pPr>
            <a:lvl2pPr algn="ctr">
              <a:defRPr sz="1125" b="1">
                <a:solidFill>
                  <a:srgbClr val="006B35"/>
                </a:solidFill>
              </a:defRPr>
            </a:lvl2pPr>
            <a:lvl3pPr algn="ctr">
              <a:defRPr sz="1125" b="1">
                <a:solidFill>
                  <a:srgbClr val="006B35"/>
                </a:solidFill>
              </a:defRPr>
            </a:lvl3pPr>
            <a:lvl4pPr algn="ctr">
              <a:defRPr sz="1125" b="1">
                <a:solidFill>
                  <a:srgbClr val="006B35"/>
                </a:solidFill>
              </a:defRPr>
            </a:lvl4pPr>
            <a:lvl5pPr algn="ctr">
              <a:defRPr sz="1125" b="1">
                <a:solidFill>
                  <a:srgbClr val="006B35"/>
                </a:solidFill>
              </a:defRPr>
            </a:lvl5pPr>
            <a:lvl6pPr algn="ctr">
              <a:defRPr sz="1125" b="1">
                <a:solidFill>
                  <a:srgbClr val="006B35"/>
                </a:solidFill>
              </a:defRPr>
            </a:lvl6pPr>
            <a:lvl7pPr algn="ctr">
              <a:defRPr sz="1125" b="1">
                <a:solidFill>
                  <a:srgbClr val="006B35"/>
                </a:solidFill>
              </a:defRPr>
            </a:lvl7pPr>
            <a:lvl8pPr algn="ctr">
              <a:defRPr sz="1125" b="1">
                <a:solidFill>
                  <a:srgbClr val="006B35"/>
                </a:solidFill>
              </a:defRPr>
            </a:lvl8pPr>
            <a:lvl9pPr algn="ctr">
              <a:defRPr sz="112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B35"/>
                </a:solidFill>
              </a:defRPr>
            </a:pPr>
            <a:r>
              <a:rPr sz="1125" b="1">
                <a:solidFill>
                  <a:srgbClr val="006B35"/>
                </a:solidFill>
              </a:rPr>
              <a:t>I1 · I2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5C9EF-B117-4B79-A0B9-D41462E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6002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19050">
            <a:solidFill>
              <a:srgbClr val="005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F7A32-32EA-4F97-83C8-39379A09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9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  <a:lvl1pPr algn="ctr">
              <a:defRPr sz="1725" b="1">
                <a:solidFill>
                  <a:srgbClr val="FFFFFF"/>
                </a:solidFill>
              </a:defRPr>
            </a:lvl1pPr>
            <a:lvl2pPr algn="ctr">
              <a:defRPr sz="1725" b="1">
                <a:solidFill>
                  <a:srgbClr val="FFFFFF"/>
                </a:solidFill>
              </a:defRPr>
            </a:lvl2pPr>
            <a:lvl3pPr algn="ctr">
              <a:defRPr sz="1725" b="1">
                <a:solidFill>
                  <a:srgbClr val="FFFFFF"/>
                </a:solidFill>
              </a:defRPr>
            </a:lvl3pPr>
            <a:lvl4pPr algn="ctr">
              <a:defRPr sz="1725" b="1">
                <a:solidFill>
                  <a:srgbClr val="FFFFFF"/>
                </a:solidFill>
              </a:defRPr>
            </a:lvl4pPr>
            <a:lvl5pPr algn="ctr">
              <a:defRPr sz="1725" b="1">
                <a:solidFill>
                  <a:srgbClr val="FFFFFF"/>
                </a:solidFill>
              </a:defRPr>
            </a:lvl5pPr>
            <a:lvl6pPr algn="ctr">
              <a:defRPr sz="1725" b="1">
                <a:solidFill>
                  <a:srgbClr val="FFFFFF"/>
                </a:solidFill>
              </a:defRPr>
            </a:lvl6pPr>
            <a:lvl7pPr algn="ctr">
              <a:defRPr sz="1725" b="1">
                <a:solidFill>
                  <a:srgbClr val="FFFFFF"/>
                </a:solidFill>
              </a:defRPr>
            </a:lvl7pPr>
            <a:lvl8pPr algn="ctr">
              <a:defRPr sz="1725" b="1">
                <a:solidFill>
                  <a:srgbClr val="FFFFFF"/>
                </a:solidFill>
              </a:defRPr>
            </a:lvl8pPr>
            <a:lvl9pPr algn="ctr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96A28-4AE4-408A-B557-3B42071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Submeter versão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7C89A-37E6-426D-A345-35DB3359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5596"/>
                </a:solidFill>
              </a:defRPr>
            </a:defPPr>
            <a:lvl1pPr algn="ctr">
              <a:defRPr sz="1125" b="1">
                <a:solidFill>
                  <a:srgbClr val="005596"/>
                </a:solidFill>
              </a:defRPr>
            </a:lvl1pPr>
            <a:lvl2pPr algn="ctr">
              <a:defRPr sz="1125" b="1">
                <a:solidFill>
                  <a:srgbClr val="005596"/>
                </a:solidFill>
              </a:defRPr>
            </a:lvl2pPr>
            <a:lvl3pPr algn="ctr">
              <a:defRPr sz="1125" b="1">
                <a:solidFill>
                  <a:srgbClr val="005596"/>
                </a:solidFill>
              </a:defRPr>
            </a:lvl3pPr>
            <a:lvl4pPr algn="ctr">
              <a:defRPr sz="1125" b="1">
                <a:solidFill>
                  <a:srgbClr val="005596"/>
                </a:solidFill>
              </a:defRPr>
            </a:lvl4pPr>
            <a:lvl5pPr algn="ctr">
              <a:defRPr sz="1125" b="1">
                <a:solidFill>
                  <a:srgbClr val="005596"/>
                </a:solidFill>
              </a:defRPr>
            </a:lvl5pPr>
            <a:lvl6pPr algn="ctr">
              <a:defRPr sz="1125" b="1">
                <a:solidFill>
                  <a:srgbClr val="005596"/>
                </a:solidFill>
              </a:defRPr>
            </a:lvl6pPr>
            <a:lvl7pPr algn="ctr">
              <a:defRPr sz="1125" b="1">
                <a:solidFill>
                  <a:srgbClr val="005596"/>
                </a:solidFill>
              </a:defRPr>
            </a:lvl7pPr>
            <a:lvl8pPr algn="ctr">
              <a:defRPr sz="1125" b="1">
                <a:solidFill>
                  <a:srgbClr val="005596"/>
                </a:solidFill>
              </a:defRPr>
            </a:lvl8pPr>
            <a:lvl9pPr algn="ctr">
              <a:defRPr sz="112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5596"/>
                </a:solidFill>
              </a:defRPr>
            </a:pPr>
            <a:r>
              <a:rPr sz="1125" b="1">
                <a:solidFill>
                  <a:srgbClr val="005596"/>
                </a:solidFill>
              </a:rPr>
              <a:t>I3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DC785-16B7-49C8-84CA-DE964033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16002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9050">
            <a:solidFill>
              <a:srgbClr val="00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99441-F36F-4D83-927E-36A6946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  <a:lvl1pPr algn="ctr">
              <a:defRPr sz="1725" b="1">
                <a:solidFill>
                  <a:srgbClr val="FFFFFF"/>
                </a:solidFill>
              </a:defRPr>
            </a:lvl1pPr>
            <a:lvl2pPr algn="ctr">
              <a:defRPr sz="1725" b="1">
                <a:solidFill>
                  <a:srgbClr val="FFFFFF"/>
                </a:solidFill>
              </a:defRPr>
            </a:lvl2pPr>
            <a:lvl3pPr algn="ctr">
              <a:defRPr sz="1725" b="1">
                <a:solidFill>
                  <a:srgbClr val="FFFFFF"/>
                </a:solidFill>
              </a:defRPr>
            </a:lvl3pPr>
            <a:lvl4pPr algn="ctr">
              <a:defRPr sz="1725" b="1">
                <a:solidFill>
                  <a:srgbClr val="FFFFFF"/>
                </a:solidFill>
              </a:defRPr>
            </a:lvl4pPr>
            <a:lvl5pPr algn="ctr">
              <a:defRPr sz="1725" b="1">
                <a:solidFill>
                  <a:srgbClr val="FFFFFF"/>
                </a:solidFill>
              </a:defRPr>
            </a:lvl5pPr>
            <a:lvl6pPr algn="ctr">
              <a:defRPr sz="1725" b="1">
                <a:solidFill>
                  <a:srgbClr val="FFFFFF"/>
                </a:solidFill>
              </a:defRPr>
            </a:lvl6pPr>
            <a:lvl7pPr algn="ctr">
              <a:defRPr sz="1725" b="1">
                <a:solidFill>
                  <a:srgbClr val="FFFFFF"/>
                </a:solidFill>
              </a:defRPr>
            </a:lvl7pPr>
            <a:lvl8pPr algn="ctr">
              <a:defRPr sz="1725" b="1">
                <a:solidFill>
                  <a:srgbClr val="FFFFFF"/>
                </a:solidFill>
              </a:defRPr>
            </a:lvl8pPr>
            <a:lvl9pPr algn="ctr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3FE31-142F-485D-9D48-5DA9D056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Analisar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BEDA7-73A0-46BE-B46A-B2A364CC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B35"/>
                </a:solidFill>
              </a:defRPr>
            </a:defPPr>
            <a:lvl1pPr algn="ctr">
              <a:defRPr sz="1125" b="1">
                <a:solidFill>
                  <a:srgbClr val="006B35"/>
                </a:solidFill>
              </a:defRPr>
            </a:lvl1pPr>
            <a:lvl2pPr algn="ctr">
              <a:defRPr sz="1125" b="1">
                <a:solidFill>
                  <a:srgbClr val="006B35"/>
                </a:solidFill>
              </a:defRPr>
            </a:lvl2pPr>
            <a:lvl3pPr algn="ctr">
              <a:defRPr sz="1125" b="1">
                <a:solidFill>
                  <a:srgbClr val="006B35"/>
                </a:solidFill>
              </a:defRPr>
            </a:lvl3pPr>
            <a:lvl4pPr algn="ctr">
              <a:defRPr sz="1125" b="1">
                <a:solidFill>
                  <a:srgbClr val="006B35"/>
                </a:solidFill>
              </a:defRPr>
            </a:lvl4pPr>
            <a:lvl5pPr algn="ctr">
              <a:defRPr sz="1125" b="1">
                <a:solidFill>
                  <a:srgbClr val="006B35"/>
                </a:solidFill>
              </a:defRPr>
            </a:lvl5pPr>
            <a:lvl6pPr algn="ctr">
              <a:defRPr sz="1125" b="1">
                <a:solidFill>
                  <a:srgbClr val="006B35"/>
                </a:solidFill>
              </a:defRPr>
            </a:lvl6pPr>
            <a:lvl7pPr algn="ctr">
              <a:defRPr sz="1125" b="1">
                <a:solidFill>
                  <a:srgbClr val="006B35"/>
                </a:solidFill>
              </a:defRPr>
            </a:lvl7pPr>
            <a:lvl8pPr algn="ctr">
              <a:defRPr sz="1125" b="1">
                <a:solidFill>
                  <a:srgbClr val="006B35"/>
                </a:solidFill>
              </a:defRPr>
            </a:lvl8pPr>
            <a:lvl9pPr algn="ctr">
              <a:defRPr sz="112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B35"/>
                </a:solidFill>
              </a:defRPr>
            </a:pPr>
            <a:r>
              <a:rPr sz="1125" b="1">
                <a:solidFill>
                  <a:srgbClr val="006B35"/>
                </a:solidFill>
              </a:rPr>
              <a:t>I13 · I14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6D2B7-F2D3-40B4-8E14-305AA790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16002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19050">
            <a:solidFill>
              <a:srgbClr val="0055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A3B97-9A6B-48D4-A4BB-FF437A4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9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  <a:lvl1pPr algn="ctr">
              <a:defRPr sz="1725" b="1">
                <a:solidFill>
                  <a:srgbClr val="FFFFFF"/>
                </a:solidFill>
              </a:defRPr>
            </a:lvl1pPr>
            <a:lvl2pPr algn="ctr">
              <a:defRPr sz="1725" b="1">
                <a:solidFill>
                  <a:srgbClr val="FFFFFF"/>
                </a:solidFill>
              </a:defRPr>
            </a:lvl2pPr>
            <a:lvl3pPr algn="ctr">
              <a:defRPr sz="1725" b="1">
                <a:solidFill>
                  <a:srgbClr val="FFFFFF"/>
                </a:solidFill>
              </a:defRPr>
            </a:lvl3pPr>
            <a:lvl4pPr algn="ctr">
              <a:defRPr sz="1725" b="1">
                <a:solidFill>
                  <a:srgbClr val="FFFFFF"/>
                </a:solidFill>
              </a:defRPr>
            </a:lvl4pPr>
            <a:lvl5pPr algn="ctr">
              <a:defRPr sz="1725" b="1">
                <a:solidFill>
                  <a:srgbClr val="FFFFFF"/>
                </a:solidFill>
              </a:defRPr>
            </a:lvl5pPr>
            <a:lvl6pPr algn="ctr">
              <a:defRPr sz="1725" b="1">
                <a:solidFill>
                  <a:srgbClr val="FFFFFF"/>
                </a:solidFill>
              </a:defRPr>
            </a:lvl6pPr>
            <a:lvl7pPr algn="ctr">
              <a:defRPr sz="1725" b="1">
                <a:solidFill>
                  <a:srgbClr val="FFFFFF"/>
                </a:solidFill>
              </a:defRPr>
            </a:lvl7pPr>
            <a:lvl8pPr algn="ctr">
              <a:defRPr sz="1725" b="1">
                <a:solidFill>
                  <a:srgbClr val="FFFFFF"/>
                </a:solidFill>
              </a:defRPr>
            </a:lvl8pPr>
            <a:lvl9pPr algn="ctr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20E31-2CED-493D-B0C3-FB3A3716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Validar ou devolver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F70DE-928C-460B-839B-2E3A921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5596"/>
                </a:solidFill>
              </a:defRPr>
            </a:defPPr>
            <a:lvl1pPr algn="ctr">
              <a:defRPr sz="1125" b="1">
                <a:solidFill>
                  <a:srgbClr val="005596"/>
                </a:solidFill>
              </a:defRPr>
            </a:lvl1pPr>
            <a:lvl2pPr algn="ctr">
              <a:defRPr sz="1125" b="1">
                <a:solidFill>
                  <a:srgbClr val="005596"/>
                </a:solidFill>
              </a:defRPr>
            </a:lvl2pPr>
            <a:lvl3pPr algn="ctr">
              <a:defRPr sz="1125" b="1">
                <a:solidFill>
                  <a:srgbClr val="005596"/>
                </a:solidFill>
              </a:defRPr>
            </a:lvl3pPr>
            <a:lvl4pPr algn="ctr">
              <a:defRPr sz="1125" b="1">
                <a:solidFill>
                  <a:srgbClr val="005596"/>
                </a:solidFill>
              </a:defRPr>
            </a:lvl4pPr>
            <a:lvl5pPr algn="ctr">
              <a:defRPr sz="1125" b="1">
                <a:solidFill>
                  <a:srgbClr val="005596"/>
                </a:solidFill>
              </a:defRPr>
            </a:lvl5pPr>
            <a:lvl6pPr algn="ctr">
              <a:defRPr sz="1125" b="1">
                <a:solidFill>
                  <a:srgbClr val="005596"/>
                </a:solidFill>
              </a:defRPr>
            </a:lvl6pPr>
            <a:lvl7pPr algn="ctr">
              <a:defRPr sz="1125" b="1">
                <a:solidFill>
                  <a:srgbClr val="005596"/>
                </a:solidFill>
              </a:defRPr>
            </a:lvl7pPr>
            <a:lvl8pPr algn="ctr">
              <a:defRPr sz="1125" b="1">
                <a:solidFill>
                  <a:srgbClr val="005596"/>
                </a:solidFill>
              </a:defRPr>
            </a:lvl8pPr>
            <a:lvl9pPr algn="ctr">
              <a:defRPr sz="112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5596"/>
                </a:solidFill>
              </a:defRPr>
            </a:pPr>
            <a:r>
              <a:rPr sz="1125" b="1">
                <a:solidFill>
                  <a:srgbClr val="005596"/>
                </a:solidFill>
              </a:rPr>
              <a:t>I5 · I6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0D0BF-2F9E-4138-BE67-A6525563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6002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9050">
            <a:solidFill>
              <a:srgbClr val="006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C51D9-07D7-431C-AD4F-1372B38E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  <a:lvl1pPr algn="ctr">
              <a:defRPr sz="1725" b="1">
                <a:solidFill>
                  <a:srgbClr val="FFFFFF"/>
                </a:solidFill>
              </a:defRPr>
            </a:lvl1pPr>
            <a:lvl2pPr algn="ctr">
              <a:defRPr sz="1725" b="1">
                <a:solidFill>
                  <a:srgbClr val="FFFFFF"/>
                </a:solidFill>
              </a:defRPr>
            </a:lvl2pPr>
            <a:lvl3pPr algn="ctr">
              <a:defRPr sz="1725" b="1">
                <a:solidFill>
                  <a:srgbClr val="FFFFFF"/>
                </a:solidFill>
              </a:defRPr>
            </a:lvl3pPr>
            <a:lvl4pPr algn="ctr">
              <a:defRPr sz="1725" b="1">
                <a:solidFill>
                  <a:srgbClr val="FFFFFF"/>
                </a:solidFill>
              </a:defRPr>
            </a:lvl4pPr>
            <a:lvl5pPr algn="ctr">
              <a:defRPr sz="1725" b="1">
                <a:solidFill>
                  <a:srgbClr val="FFFFFF"/>
                </a:solidFill>
              </a:defRPr>
            </a:lvl5pPr>
            <a:lvl6pPr algn="ctr">
              <a:defRPr sz="1725" b="1">
                <a:solidFill>
                  <a:srgbClr val="FFFFFF"/>
                </a:solidFill>
              </a:defRPr>
            </a:lvl6pPr>
            <a:lvl7pPr algn="ctr">
              <a:defRPr sz="1725" b="1">
                <a:solidFill>
                  <a:srgbClr val="FFFFFF"/>
                </a:solidFill>
              </a:defRPr>
            </a:lvl7pPr>
            <a:lvl8pPr algn="ctr">
              <a:defRPr sz="1725" b="1">
                <a:solidFill>
                  <a:srgbClr val="FFFFFF"/>
                </a:solidFill>
              </a:defRPr>
            </a:lvl8pPr>
            <a:lvl9pPr algn="ctr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2B3CB-DC46-4545-84B1-140EFFC5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241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8313F"/>
                </a:solidFill>
              </a:defRPr>
            </a:defPPr>
            <a:lvl1pPr algn="ctr">
              <a:defRPr sz="1425" b="1">
                <a:solidFill>
                  <a:srgbClr val="18313F"/>
                </a:solidFill>
              </a:defRPr>
            </a:lvl1pPr>
            <a:lvl2pPr algn="ctr">
              <a:defRPr sz="1425" b="1">
                <a:solidFill>
                  <a:srgbClr val="18313F"/>
                </a:solidFill>
              </a:defRPr>
            </a:lvl2pPr>
            <a:lvl3pPr algn="ctr">
              <a:defRPr sz="1425" b="1">
                <a:solidFill>
                  <a:srgbClr val="18313F"/>
                </a:solidFill>
              </a:defRPr>
            </a:lvl3pPr>
            <a:lvl4pPr algn="ctr">
              <a:defRPr sz="1425" b="1">
                <a:solidFill>
                  <a:srgbClr val="18313F"/>
                </a:solidFill>
              </a:defRPr>
            </a:lvl4pPr>
            <a:lvl5pPr algn="ctr">
              <a:defRPr sz="1425" b="1">
                <a:solidFill>
                  <a:srgbClr val="18313F"/>
                </a:solidFill>
              </a:defRPr>
            </a:lvl5pPr>
            <a:lvl6pPr algn="ctr">
              <a:defRPr sz="1425" b="1">
                <a:solidFill>
                  <a:srgbClr val="18313F"/>
                </a:solidFill>
              </a:defRPr>
            </a:lvl6pPr>
            <a:lvl7pPr algn="ctr">
              <a:defRPr sz="1425" b="1">
                <a:solidFill>
                  <a:srgbClr val="18313F"/>
                </a:solidFill>
              </a:defRPr>
            </a:lvl7pPr>
            <a:lvl8pPr algn="ctr">
              <a:defRPr sz="1425" b="1">
                <a:solidFill>
                  <a:srgbClr val="18313F"/>
                </a:solidFill>
              </a:defRPr>
            </a:lvl8pPr>
            <a:lvl9pPr algn="ctr">
              <a:defRPr sz="1425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8313F"/>
                </a:solidFill>
              </a:defRPr>
            </a:pPr>
            <a:r>
              <a:rPr sz="1425" b="1">
                <a:solidFill>
                  <a:srgbClr val="18313F"/>
                </a:solidFill>
              </a:rPr>
              <a:t>Corrigir com pendência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EEE44-71ED-41E6-997C-E4BE5D5C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09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B35"/>
                </a:solidFill>
              </a:defRPr>
            </a:defPPr>
            <a:lvl1pPr algn="ctr">
              <a:defRPr sz="1125" b="1">
                <a:solidFill>
                  <a:srgbClr val="006B35"/>
                </a:solidFill>
              </a:defRPr>
            </a:lvl1pPr>
            <a:lvl2pPr algn="ctr">
              <a:defRPr sz="1125" b="1">
                <a:solidFill>
                  <a:srgbClr val="006B35"/>
                </a:solidFill>
              </a:defRPr>
            </a:lvl2pPr>
            <a:lvl3pPr algn="ctr">
              <a:defRPr sz="1125" b="1">
                <a:solidFill>
                  <a:srgbClr val="006B35"/>
                </a:solidFill>
              </a:defRPr>
            </a:lvl3pPr>
            <a:lvl4pPr algn="ctr">
              <a:defRPr sz="1125" b="1">
                <a:solidFill>
                  <a:srgbClr val="006B35"/>
                </a:solidFill>
              </a:defRPr>
            </a:lvl4pPr>
            <a:lvl5pPr algn="ctr">
              <a:defRPr sz="1125" b="1">
                <a:solidFill>
                  <a:srgbClr val="006B35"/>
                </a:solidFill>
              </a:defRPr>
            </a:lvl5pPr>
            <a:lvl6pPr algn="ctr">
              <a:defRPr sz="1125" b="1">
                <a:solidFill>
                  <a:srgbClr val="006B35"/>
                </a:solidFill>
              </a:defRPr>
            </a:lvl6pPr>
            <a:lvl7pPr algn="ctr">
              <a:defRPr sz="1125" b="1">
                <a:solidFill>
                  <a:srgbClr val="006B35"/>
                </a:solidFill>
              </a:defRPr>
            </a:lvl7pPr>
            <a:lvl8pPr algn="ctr">
              <a:defRPr sz="1125" b="1">
                <a:solidFill>
                  <a:srgbClr val="006B35"/>
                </a:solidFill>
              </a:defRPr>
            </a:lvl8pPr>
            <a:lvl9pPr algn="ctr">
              <a:defRPr sz="1125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B35"/>
                </a:solidFill>
              </a:defRPr>
            </a:pPr>
            <a:r>
              <a:rPr sz="1125" b="1">
                <a:solidFill>
                  <a:srgbClr val="006B35"/>
                </a:solidFill>
              </a:rPr>
              <a:t>P1 · P2 · I7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FF86A0-58A7-4F46-BB85-A3DB28D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5596"/>
                </a:solidFill>
              </a:defRPr>
            </a:defPPr>
            <a:lvl1pPr algn="ctr">
              <a:defRPr sz="1650" b="1">
                <a:solidFill>
                  <a:srgbClr val="005596"/>
                </a:solidFill>
              </a:defRPr>
            </a:lvl1pPr>
            <a:lvl2pPr algn="ctr">
              <a:defRPr sz="1650" b="1">
                <a:solidFill>
                  <a:srgbClr val="005596"/>
                </a:solidFill>
              </a:defRPr>
            </a:lvl2pPr>
            <a:lvl3pPr algn="ctr">
              <a:defRPr sz="1650" b="1">
                <a:solidFill>
                  <a:srgbClr val="005596"/>
                </a:solidFill>
              </a:defRPr>
            </a:lvl3pPr>
            <a:lvl4pPr algn="ctr">
              <a:defRPr sz="1650" b="1">
                <a:solidFill>
                  <a:srgbClr val="005596"/>
                </a:solidFill>
              </a:defRPr>
            </a:lvl4pPr>
            <a:lvl5pPr algn="ctr">
              <a:defRPr sz="1650" b="1">
                <a:solidFill>
                  <a:srgbClr val="005596"/>
                </a:solidFill>
              </a:defRPr>
            </a:lvl5pPr>
            <a:lvl6pPr algn="ctr">
              <a:defRPr sz="1650" b="1">
                <a:solidFill>
                  <a:srgbClr val="005596"/>
                </a:solidFill>
              </a:defRPr>
            </a:lvl6pPr>
            <a:lvl7pPr algn="ctr">
              <a:defRPr sz="1650" b="1">
                <a:solidFill>
                  <a:srgbClr val="005596"/>
                </a:solidFill>
              </a:defRPr>
            </a:lvl7pPr>
            <a:lvl8pPr algn="ctr">
              <a:defRPr sz="1650" b="1">
                <a:solidFill>
                  <a:srgbClr val="005596"/>
                </a:solidFill>
              </a:defRPr>
            </a:lvl8pPr>
            <a:lvl9pPr algn="ctr">
              <a:defRPr sz="16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596"/>
                </a:solidFill>
              </a:defRPr>
            </a:pPr>
            <a:r>
              <a:rPr sz="1650" b="1">
                <a:solidFill>
                  <a:srgbClr val="005596"/>
                </a:solidFill>
              </a:rPr>
              <a:t>A versão submetida não é apagada. Uma tela antiga não pode sobrescrever um salvamento novo.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3A7B6-C51E-45DF-BF89-C019FD1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D6B75"/>
                </a:solidFill>
              </a:defRPr>
            </a:defPPr>
            <a:lvl1pPr algn="ctr">
              <a:defRPr sz="1275" b="0">
                <a:solidFill>
                  <a:srgbClr val="5D6B75"/>
                </a:solidFill>
              </a:defRPr>
            </a:lvl1pPr>
            <a:lvl2pPr algn="ctr">
              <a:defRPr sz="1275" b="0">
                <a:solidFill>
                  <a:srgbClr val="5D6B75"/>
                </a:solidFill>
              </a:defRPr>
            </a:lvl2pPr>
            <a:lvl3pPr algn="ctr">
              <a:defRPr sz="1275" b="0">
                <a:solidFill>
                  <a:srgbClr val="5D6B75"/>
                </a:solidFill>
              </a:defRPr>
            </a:lvl3pPr>
            <a:lvl4pPr algn="ctr">
              <a:defRPr sz="1275" b="0">
                <a:solidFill>
                  <a:srgbClr val="5D6B75"/>
                </a:solidFill>
              </a:defRPr>
            </a:lvl4pPr>
            <a:lvl5pPr algn="ctr">
              <a:defRPr sz="1275" b="0">
                <a:solidFill>
                  <a:srgbClr val="5D6B75"/>
                </a:solidFill>
              </a:defRPr>
            </a:lvl5pPr>
            <a:lvl6pPr algn="ctr">
              <a:defRPr sz="1275" b="0">
                <a:solidFill>
                  <a:srgbClr val="5D6B75"/>
                </a:solidFill>
              </a:defRPr>
            </a:lvl6pPr>
            <a:lvl7pPr algn="ctr">
              <a:defRPr sz="1275" b="0">
                <a:solidFill>
                  <a:srgbClr val="5D6B75"/>
                </a:solidFill>
              </a:defRPr>
            </a:lvl7pPr>
            <a:lvl8pPr algn="ctr">
              <a:defRPr sz="1275" b="0">
                <a:solidFill>
                  <a:srgbClr val="5D6B75"/>
                </a:solidFill>
              </a:defRPr>
            </a:lvl8pPr>
            <a:lvl9pPr algn="ctr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As ações de conclusão e os passos restantes da pendência entram nos próximos incrementos.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C6AAE9-99F3-4D08-9E32-4310569F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393861-80A2-4E98-B73D-0B2E7CA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6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CB8D1E-B8D7-4F85-B670-68B30B36D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accd12e9c43ea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31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C806F-6804-4692-BF08-0E3C633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113 testes confirmam o núcleo construído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A3122-35B8-4FDB-BB18-C14A4CE4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A suíte completa passou novamente em 17 de outubro de 2026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CC9D5-B177-4BD3-9104-745ED2164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2fe46694d45d4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D6A78-189D-475C-B717-CB2358C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8A98FA5-5102-4C72-BA8D-82A54EF4451B}"/>
              </a:ext>
            </a:extLst>
          </p:cNvPr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0c0b07d99b4ad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E1AC0-2647-40E0-AC3C-6E900EA2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006B35"/>
                </a:solidFill>
              </a:defRPr>
            </a:defPPr>
            <a:lvl1pPr algn="ctr">
              <a:defRPr sz="5400" b="1">
                <a:solidFill>
                  <a:srgbClr val="006B35"/>
                </a:solidFill>
              </a:defRPr>
            </a:lvl1pPr>
            <a:lvl2pPr algn="ctr">
              <a:defRPr sz="5400" b="1">
                <a:solidFill>
                  <a:srgbClr val="006B35"/>
                </a:solidFill>
              </a:defRPr>
            </a:lvl2pPr>
            <a:lvl3pPr algn="ctr">
              <a:defRPr sz="5400" b="1">
                <a:solidFill>
                  <a:srgbClr val="006B35"/>
                </a:solidFill>
              </a:defRPr>
            </a:lvl3pPr>
            <a:lvl4pPr algn="ctr">
              <a:defRPr sz="5400" b="1">
                <a:solidFill>
                  <a:srgbClr val="006B35"/>
                </a:solidFill>
              </a:defRPr>
            </a:lvl4pPr>
            <a:lvl5pPr algn="ctr">
              <a:defRPr sz="5400" b="1">
                <a:solidFill>
                  <a:srgbClr val="006B35"/>
                </a:solidFill>
              </a:defRPr>
            </a:lvl5pPr>
            <a:lvl6pPr algn="ctr">
              <a:defRPr sz="5400" b="1">
                <a:solidFill>
                  <a:srgbClr val="006B35"/>
                </a:solidFill>
              </a:defRPr>
            </a:lvl6pPr>
            <a:lvl7pPr algn="ctr">
              <a:defRPr sz="5400" b="1">
                <a:solidFill>
                  <a:srgbClr val="006B35"/>
                </a:solidFill>
              </a:defRPr>
            </a:lvl7pPr>
            <a:lvl8pPr algn="ctr">
              <a:defRPr sz="5400" b="1">
                <a:solidFill>
                  <a:srgbClr val="006B35"/>
                </a:solidFill>
              </a:defRPr>
            </a:lvl8pPr>
            <a:lvl9pPr algn="ctr">
              <a:defRPr sz="5400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006B35"/>
                </a:solidFill>
              </a:defRPr>
            </a:pPr>
            <a:r>
              <a:rPr sz="5400" b="1">
                <a:solidFill>
                  <a:srgbClr val="006B35"/>
                </a:solidFill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09825-1C47-4060-BE2C-806DED26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57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8313F"/>
                </a:solidFill>
              </a:defRPr>
            </a:defPPr>
            <a:lvl1pPr algn="ctr">
              <a:defRPr sz="1650" b="1">
                <a:solidFill>
                  <a:srgbClr val="18313F"/>
                </a:solidFill>
              </a:defRPr>
            </a:lvl1pPr>
            <a:lvl2pPr algn="ctr">
              <a:defRPr sz="1650" b="1">
                <a:solidFill>
                  <a:srgbClr val="18313F"/>
                </a:solidFill>
              </a:defRPr>
            </a:lvl2pPr>
            <a:lvl3pPr algn="ctr">
              <a:defRPr sz="1650" b="1">
                <a:solidFill>
                  <a:srgbClr val="18313F"/>
                </a:solidFill>
              </a:defRPr>
            </a:lvl3pPr>
            <a:lvl4pPr algn="ctr">
              <a:defRPr sz="1650" b="1">
                <a:solidFill>
                  <a:srgbClr val="18313F"/>
                </a:solidFill>
              </a:defRPr>
            </a:lvl4pPr>
            <a:lvl5pPr algn="ctr">
              <a:defRPr sz="1650" b="1">
                <a:solidFill>
                  <a:srgbClr val="18313F"/>
                </a:solidFill>
              </a:defRPr>
            </a:lvl5pPr>
            <a:lvl6pPr algn="ctr">
              <a:defRPr sz="1650" b="1">
                <a:solidFill>
                  <a:srgbClr val="18313F"/>
                </a:solidFill>
              </a:defRPr>
            </a:lvl6pPr>
            <a:lvl7pPr algn="ctr">
              <a:defRPr sz="1650" b="1">
                <a:solidFill>
                  <a:srgbClr val="18313F"/>
                </a:solidFill>
              </a:defRPr>
            </a:lvl7pPr>
            <a:lvl8pPr algn="ctr">
              <a:defRPr sz="1650" b="1">
                <a:solidFill>
                  <a:srgbClr val="18313F"/>
                </a:solidFill>
              </a:defRPr>
            </a:lvl8pPr>
            <a:lvl9pPr algn="ctr">
              <a:defRPr sz="1650" b="1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313F"/>
                </a:solidFill>
              </a:defRPr>
            </a:pPr>
            <a:r>
              <a:rPr sz="1650" b="1">
                <a:solidFill>
                  <a:srgbClr val="18313F"/>
                </a:solidFill>
              </a:rPr>
              <a:t>testes aprovados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1F82B-113E-49DC-8AEF-374756C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95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005596"/>
                </a:solidFill>
              </a:defRPr>
            </a:defPPr>
            <a:lvl1pPr algn="ctr">
              <a:defRPr sz="1500" b="0">
                <a:solidFill>
                  <a:srgbClr val="005596"/>
                </a:solidFill>
              </a:defRPr>
            </a:lvl1pPr>
            <a:lvl2pPr algn="ctr">
              <a:defRPr sz="1500" b="0">
                <a:solidFill>
                  <a:srgbClr val="005596"/>
                </a:solidFill>
              </a:defRPr>
            </a:lvl2pPr>
            <a:lvl3pPr algn="ctr">
              <a:defRPr sz="1500" b="0">
                <a:solidFill>
                  <a:srgbClr val="005596"/>
                </a:solidFill>
              </a:defRPr>
            </a:lvl3pPr>
            <a:lvl4pPr algn="ctr">
              <a:defRPr sz="1500" b="0">
                <a:solidFill>
                  <a:srgbClr val="005596"/>
                </a:solidFill>
              </a:defRPr>
            </a:lvl4pPr>
            <a:lvl5pPr algn="ctr">
              <a:defRPr sz="1500" b="0">
                <a:solidFill>
                  <a:srgbClr val="005596"/>
                </a:solidFill>
              </a:defRPr>
            </a:lvl5pPr>
            <a:lvl6pPr algn="ctr">
              <a:defRPr sz="1500" b="0">
                <a:solidFill>
                  <a:srgbClr val="005596"/>
                </a:solidFill>
              </a:defRPr>
            </a:lvl6pPr>
            <a:lvl7pPr algn="ctr">
              <a:defRPr sz="1500" b="0">
                <a:solidFill>
                  <a:srgbClr val="005596"/>
                </a:solidFill>
              </a:defRPr>
            </a:lvl7pPr>
            <a:lvl8pPr algn="ctr">
              <a:defRPr sz="1500" b="0">
                <a:solidFill>
                  <a:srgbClr val="005596"/>
                </a:solidFill>
              </a:defRPr>
            </a:lvl8pPr>
            <a:lvl9pPr algn="ctr">
              <a:defRPr sz="1500" b="0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05596"/>
                </a:solidFill>
              </a:defRPr>
            </a:pPr>
            <a:r>
              <a:rPr sz="1500" b="0">
                <a:solidFill>
                  <a:srgbClr val="005596"/>
                </a:solidFill>
              </a:rPr>
              <a:t>7 migrações aplicadas</a:t>
            </a:r>
          </a:p>
          <a:p xmlns:a="http://schemas.openxmlformats.org/drawingml/2006/main">
            <a:pPr algn="ctr">
              <a:defRPr sz="1500" b="0">
                <a:solidFill>
                  <a:srgbClr val="005596"/>
                </a:solidFill>
              </a:defRPr>
            </a:pPr>
            <a:r>
              <a:rPr sz="1500" b="0">
                <a:solidFill>
                  <a:srgbClr val="005596"/>
                </a:solidFill>
              </a:rPr>
              <a:t>0 migrações pendentes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8DFFC-F81A-48C4-B189-CFD3841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04170-9CEF-469B-A0B0-653F4F3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639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F8B09-FEDD-423B-8171-BFDA496D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5596"/>
                </a:solidFill>
              </a:defRPr>
            </a:defPPr>
            <a:lvl1pPr algn="l">
              <a:defRPr sz="2550" b="1">
                <a:solidFill>
                  <a:srgbClr val="005596"/>
                </a:solidFill>
              </a:defRPr>
            </a:lvl1pPr>
            <a:lvl2pPr algn="l">
              <a:defRPr sz="2550" b="1">
                <a:solidFill>
                  <a:srgbClr val="005596"/>
                </a:solidFill>
              </a:defRPr>
            </a:lvl2pPr>
            <a:lvl3pPr algn="l">
              <a:defRPr sz="2550" b="1">
                <a:solidFill>
                  <a:srgbClr val="005596"/>
                </a:solidFill>
              </a:defRPr>
            </a:lvl3pPr>
            <a:lvl4pPr algn="l">
              <a:defRPr sz="2550" b="1">
                <a:solidFill>
                  <a:srgbClr val="005596"/>
                </a:solidFill>
              </a:defRPr>
            </a:lvl4pPr>
            <a:lvl5pPr algn="l">
              <a:defRPr sz="2550" b="1">
                <a:solidFill>
                  <a:srgbClr val="005596"/>
                </a:solidFill>
              </a:defRPr>
            </a:lvl5pPr>
            <a:lvl6pPr algn="l">
              <a:defRPr sz="2550" b="1">
                <a:solidFill>
                  <a:srgbClr val="005596"/>
                </a:solidFill>
              </a:defRPr>
            </a:lvl6pPr>
            <a:lvl7pPr algn="l">
              <a:defRPr sz="2550" b="1">
                <a:solidFill>
                  <a:srgbClr val="005596"/>
                </a:solidFill>
              </a:defRPr>
            </a:lvl7pPr>
            <a:lvl8pPr algn="l">
              <a:defRPr sz="2550" b="1">
                <a:solidFill>
                  <a:srgbClr val="005596"/>
                </a:solidFill>
              </a:defRPr>
            </a:lvl8pPr>
            <a:lvl9pPr algn="l">
              <a:defRPr sz="255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596"/>
                </a:solidFill>
              </a:defRPr>
            </a:pPr>
            <a:r>
              <a:rPr sz="2550" b="1">
                <a:solidFill>
                  <a:srgbClr val="005596"/>
                </a:solidFill>
              </a:rPr>
              <a:t>Próximos passos sem perder a visão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BB218-06D4-4D35-BCB9-380A40D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B75"/>
                </a:solidFill>
              </a:defRPr>
            </a:defPPr>
            <a:lvl1pPr algn="l">
              <a:defRPr sz="1275" b="0">
                <a:solidFill>
                  <a:srgbClr val="5D6B75"/>
                </a:solidFill>
              </a:defRPr>
            </a:lvl1pPr>
            <a:lvl2pPr algn="l">
              <a:defRPr sz="1275" b="0">
                <a:solidFill>
                  <a:srgbClr val="5D6B75"/>
                </a:solidFill>
              </a:defRPr>
            </a:lvl2pPr>
            <a:lvl3pPr algn="l">
              <a:defRPr sz="1275" b="0">
                <a:solidFill>
                  <a:srgbClr val="5D6B75"/>
                </a:solidFill>
              </a:defRPr>
            </a:lvl3pPr>
            <a:lvl4pPr algn="l">
              <a:defRPr sz="1275" b="0">
                <a:solidFill>
                  <a:srgbClr val="5D6B75"/>
                </a:solidFill>
              </a:defRPr>
            </a:lvl4pPr>
            <a:lvl5pPr algn="l">
              <a:defRPr sz="1275" b="0">
                <a:solidFill>
                  <a:srgbClr val="5D6B75"/>
                </a:solidFill>
              </a:defRPr>
            </a:lvl5pPr>
            <a:lvl6pPr algn="l">
              <a:defRPr sz="1275" b="0">
                <a:solidFill>
                  <a:srgbClr val="5D6B75"/>
                </a:solidFill>
              </a:defRPr>
            </a:lvl6pPr>
            <a:lvl7pPr algn="l">
              <a:defRPr sz="1275" b="0">
                <a:solidFill>
                  <a:srgbClr val="5D6B75"/>
                </a:solidFill>
              </a:defRPr>
            </a:lvl7pPr>
            <a:lvl8pPr algn="l">
              <a:defRPr sz="1275" b="0">
                <a:solidFill>
                  <a:srgbClr val="5D6B75"/>
                </a:solidFill>
              </a:defRPr>
            </a:lvl8pPr>
            <a:lvl9pPr algn="l">
              <a:defRPr sz="127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B75"/>
                </a:solidFill>
              </a:defRPr>
            </a:pPr>
            <a:r>
              <a:rPr sz="1275" b="0">
                <a:solidFill>
                  <a:srgbClr val="5D6B75"/>
                </a:solidFill>
              </a:rPr>
              <a:t>Fechar o M1a e reforçar o recorte LGPD antes de ampliar o escopo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C794F-C652-4CEE-B754-14BD664FC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8122ec63c4c9d"/>
          <a:stretch xmlns:a="http://schemas.openxmlformats.org/drawingml/2006/main"/>
        </p:blipFill>
        <p:spPr>
          <a:xfrm xmlns:a="http://schemas.openxmlformats.org/drawingml/2006/main">
            <a:off x="10744200" y="228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2F62A-2DBC-422E-9D3F-D28BC72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204FB-7755-4FA9-ACEB-657EB15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953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9050">
            <a:solidFill>
              <a:srgbClr val="00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D6F5D-2331-4875-95B7-00D9DC8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953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19050">
            <a:solidFill>
              <a:srgbClr val="0055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34C7B-E0FD-495C-B257-144CE5D2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06B35"/>
                </a:solidFill>
              </a:defRPr>
            </a:defPPr>
            <a:lvl1pPr algn="ctr">
              <a:defRPr sz="2100" b="1">
                <a:solidFill>
                  <a:srgbClr val="006B35"/>
                </a:solidFill>
              </a:defRPr>
            </a:lvl1pPr>
            <a:lvl2pPr algn="ctr">
              <a:defRPr sz="2100" b="1">
                <a:solidFill>
                  <a:srgbClr val="006B35"/>
                </a:solidFill>
              </a:defRPr>
            </a:lvl2pPr>
            <a:lvl3pPr algn="ctr">
              <a:defRPr sz="2100" b="1">
                <a:solidFill>
                  <a:srgbClr val="006B35"/>
                </a:solidFill>
              </a:defRPr>
            </a:lvl3pPr>
            <a:lvl4pPr algn="ctr">
              <a:defRPr sz="2100" b="1">
                <a:solidFill>
                  <a:srgbClr val="006B35"/>
                </a:solidFill>
              </a:defRPr>
            </a:lvl4pPr>
            <a:lvl5pPr algn="ctr">
              <a:defRPr sz="2100" b="1">
                <a:solidFill>
                  <a:srgbClr val="006B35"/>
                </a:solidFill>
              </a:defRPr>
            </a:lvl5pPr>
            <a:lvl6pPr algn="ctr">
              <a:defRPr sz="2100" b="1">
                <a:solidFill>
                  <a:srgbClr val="006B35"/>
                </a:solidFill>
              </a:defRPr>
            </a:lvl6pPr>
            <a:lvl7pPr algn="ctr">
              <a:defRPr sz="2100" b="1">
                <a:solidFill>
                  <a:srgbClr val="006B35"/>
                </a:solidFill>
              </a:defRPr>
            </a:lvl7pPr>
            <a:lvl8pPr algn="ctr">
              <a:defRPr sz="2100" b="1">
                <a:solidFill>
                  <a:srgbClr val="006B35"/>
                </a:solidFill>
              </a:defRPr>
            </a:lvl8pPr>
            <a:lvl9pPr algn="ctr">
              <a:defRPr sz="2100" b="1">
                <a:solidFill>
                  <a:srgbClr val="006B35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B35"/>
                </a:solidFill>
              </a:defRPr>
            </a:pPr>
            <a:r>
              <a:rPr sz="2100" b="1">
                <a:solidFill>
                  <a:srgbClr val="006B35"/>
                </a:solidFill>
              </a:rPr>
              <a:t>Fechar o M1a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87417-4D9B-472A-98C8-C428F1A8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313F"/>
                </a:solidFill>
              </a:defRPr>
            </a:defPPr>
            <a:lvl1pPr algn="l">
              <a:defRPr sz="1500" b="0">
                <a:solidFill>
                  <a:srgbClr val="18313F"/>
                </a:solidFill>
              </a:defRPr>
            </a:lvl1pPr>
            <a:lvl2pPr algn="l">
              <a:defRPr sz="1500" b="0">
                <a:solidFill>
                  <a:srgbClr val="18313F"/>
                </a:solidFill>
              </a:defRPr>
            </a:lvl2pPr>
            <a:lvl3pPr algn="l">
              <a:defRPr sz="1500" b="0">
                <a:solidFill>
                  <a:srgbClr val="18313F"/>
                </a:solidFill>
              </a:defRPr>
            </a:lvl3pPr>
            <a:lvl4pPr algn="l">
              <a:defRPr sz="1500" b="0">
                <a:solidFill>
                  <a:srgbClr val="18313F"/>
                </a:solidFill>
              </a:defRPr>
            </a:lvl4pPr>
            <a:lvl5pPr algn="l">
              <a:defRPr sz="1500" b="0">
                <a:solidFill>
                  <a:srgbClr val="18313F"/>
                </a:solidFill>
              </a:defRPr>
            </a:lvl5pPr>
            <a:lvl6pPr algn="l">
              <a:defRPr sz="1500" b="0">
                <a:solidFill>
                  <a:srgbClr val="18313F"/>
                </a:solidFill>
              </a:defRPr>
            </a:lvl6pPr>
            <a:lvl7pPr algn="l">
              <a:defRPr sz="1500" b="0">
                <a:solidFill>
                  <a:srgbClr val="18313F"/>
                </a:solidFill>
              </a:defRPr>
            </a:lvl7pPr>
            <a:lvl8pPr algn="l">
              <a:defRPr sz="1500" b="0">
                <a:solidFill>
                  <a:srgbClr val="18313F"/>
                </a:solidFill>
              </a:defRPr>
            </a:lvl8pPr>
            <a:lvl9pPr algn="l">
              <a:defRPr sz="1500" b="0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completar resposta e aceite da pendência</a:t>
            </a:r>
          </a:p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concluir ação obrigatória e G6</a:t>
            </a:r>
          </a:p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produzir telas mínimas e evidências</a:t>
            </a:r>
          </a:p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registrar o aceite da PoC nuclear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4D183-B6D9-4642-83F8-0D7FB8CF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05596"/>
                </a:solidFill>
              </a:defRPr>
            </a:defPPr>
            <a:lvl1pPr algn="ctr">
              <a:defRPr sz="2100" b="1">
                <a:solidFill>
                  <a:srgbClr val="005596"/>
                </a:solidFill>
              </a:defRPr>
            </a:lvl1pPr>
            <a:lvl2pPr algn="ctr">
              <a:defRPr sz="2100" b="1">
                <a:solidFill>
                  <a:srgbClr val="005596"/>
                </a:solidFill>
              </a:defRPr>
            </a:lvl2pPr>
            <a:lvl3pPr algn="ctr">
              <a:defRPr sz="2100" b="1">
                <a:solidFill>
                  <a:srgbClr val="005596"/>
                </a:solidFill>
              </a:defRPr>
            </a:lvl3pPr>
            <a:lvl4pPr algn="ctr">
              <a:defRPr sz="2100" b="1">
                <a:solidFill>
                  <a:srgbClr val="005596"/>
                </a:solidFill>
              </a:defRPr>
            </a:lvl4pPr>
            <a:lvl5pPr algn="ctr">
              <a:defRPr sz="2100" b="1">
                <a:solidFill>
                  <a:srgbClr val="005596"/>
                </a:solidFill>
              </a:defRPr>
            </a:lvl5pPr>
            <a:lvl6pPr algn="ctr">
              <a:defRPr sz="2100" b="1">
                <a:solidFill>
                  <a:srgbClr val="005596"/>
                </a:solidFill>
              </a:defRPr>
            </a:lvl6pPr>
            <a:lvl7pPr algn="ctr">
              <a:defRPr sz="2100" b="1">
                <a:solidFill>
                  <a:srgbClr val="005596"/>
                </a:solidFill>
              </a:defRPr>
            </a:lvl7pPr>
            <a:lvl8pPr algn="ctr">
              <a:defRPr sz="2100" b="1">
                <a:solidFill>
                  <a:srgbClr val="005596"/>
                </a:solidFill>
              </a:defRPr>
            </a:lvl8pPr>
            <a:lvl9pPr algn="ctr">
              <a:defRPr sz="2100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596"/>
                </a:solidFill>
              </a:defRPr>
            </a:pPr>
            <a:r>
              <a:rPr sz="2100" b="1">
                <a:solidFill>
                  <a:srgbClr val="005596"/>
                </a:solidFill>
              </a:rPr>
              <a:t>Reforçar o recorte LGPD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01698-1730-4771-BE6D-7963C5B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313F"/>
                </a:solidFill>
              </a:defRPr>
            </a:defPPr>
            <a:lvl1pPr algn="l">
              <a:defRPr sz="1500" b="0">
                <a:solidFill>
                  <a:srgbClr val="18313F"/>
                </a:solidFill>
              </a:defRPr>
            </a:lvl1pPr>
            <a:lvl2pPr algn="l">
              <a:defRPr sz="1500" b="0">
                <a:solidFill>
                  <a:srgbClr val="18313F"/>
                </a:solidFill>
              </a:defRPr>
            </a:lvl2pPr>
            <a:lvl3pPr algn="l">
              <a:defRPr sz="1500" b="0">
                <a:solidFill>
                  <a:srgbClr val="18313F"/>
                </a:solidFill>
              </a:defRPr>
            </a:lvl3pPr>
            <a:lvl4pPr algn="l">
              <a:defRPr sz="1500" b="0">
                <a:solidFill>
                  <a:srgbClr val="18313F"/>
                </a:solidFill>
              </a:defRPr>
            </a:lvl4pPr>
            <a:lvl5pPr algn="l">
              <a:defRPr sz="1500" b="0">
                <a:solidFill>
                  <a:srgbClr val="18313F"/>
                </a:solidFill>
              </a:defRPr>
            </a:lvl5pPr>
            <a:lvl6pPr algn="l">
              <a:defRPr sz="1500" b="0">
                <a:solidFill>
                  <a:srgbClr val="18313F"/>
                </a:solidFill>
              </a:defRPr>
            </a:lvl6pPr>
            <a:lvl7pPr algn="l">
              <a:defRPr sz="1500" b="0">
                <a:solidFill>
                  <a:srgbClr val="18313F"/>
                </a:solidFill>
              </a:defRPr>
            </a:lvl7pPr>
            <a:lvl8pPr algn="l">
              <a:defRPr sz="1500" b="0">
                <a:solidFill>
                  <a:srgbClr val="18313F"/>
                </a:solidFill>
              </a:defRPr>
            </a:lvl8pPr>
            <a:lvl9pPr algn="l">
              <a:defRPr sz="1500" b="0">
                <a:solidFill>
                  <a:srgbClr val="1831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triagem explícita: há dados pessoais?</a:t>
            </a:r>
          </a:p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marcar categorias sensíveis</a:t>
            </a:r>
          </a:p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documentar cuidados especiais</a:t>
            </a:r>
          </a:p>
          <a:p xmlns:a="http://schemas.openxmlformats.org/drawingml/2006/main">
            <a:pPr algn="l">
              <a:defRPr sz="1500" b="0">
                <a:solidFill>
                  <a:srgbClr val="18313F"/>
                </a:solidFill>
              </a:defRPr>
            </a:pPr>
            <a:r>
              <a:rPr sz="1500" b="0">
                <a:solidFill>
                  <a:srgbClr val="18313F"/>
                </a:solidFill>
              </a:rPr>
              <a:t>• manter categorias fechadas, sem nomes de titulares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A3984-54AF-4A45-892D-D75A0763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05596"/>
                </a:solidFill>
              </a:defRPr>
            </a:defPPr>
            <a:lvl1pPr algn="ctr">
              <a:defRPr sz="1425" b="1">
                <a:solidFill>
                  <a:srgbClr val="005596"/>
                </a:solidFill>
              </a:defRPr>
            </a:lvl1pPr>
            <a:lvl2pPr algn="ctr">
              <a:defRPr sz="1425" b="1">
                <a:solidFill>
                  <a:srgbClr val="005596"/>
                </a:solidFill>
              </a:defRPr>
            </a:lvl2pPr>
            <a:lvl3pPr algn="ctr">
              <a:defRPr sz="1425" b="1">
                <a:solidFill>
                  <a:srgbClr val="005596"/>
                </a:solidFill>
              </a:defRPr>
            </a:lvl3pPr>
            <a:lvl4pPr algn="ctr">
              <a:defRPr sz="1425" b="1">
                <a:solidFill>
                  <a:srgbClr val="005596"/>
                </a:solidFill>
              </a:defRPr>
            </a:lvl4pPr>
            <a:lvl5pPr algn="ctr">
              <a:defRPr sz="1425" b="1">
                <a:solidFill>
                  <a:srgbClr val="005596"/>
                </a:solidFill>
              </a:defRPr>
            </a:lvl5pPr>
            <a:lvl6pPr algn="ctr">
              <a:defRPr sz="1425" b="1">
                <a:solidFill>
                  <a:srgbClr val="005596"/>
                </a:solidFill>
              </a:defRPr>
            </a:lvl6pPr>
            <a:lvl7pPr algn="ctr">
              <a:defRPr sz="1425" b="1">
                <a:solidFill>
                  <a:srgbClr val="005596"/>
                </a:solidFill>
              </a:defRPr>
            </a:lvl7pPr>
            <a:lvl8pPr algn="ctr">
              <a:defRPr sz="1425" b="1">
                <a:solidFill>
                  <a:srgbClr val="005596"/>
                </a:solidFill>
              </a:defRPr>
            </a:lvl8pPr>
            <a:lvl9pPr algn="ctr">
              <a:defRPr sz="1425" b="1">
                <a:solidFill>
                  <a:srgbClr val="005596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05596"/>
                </a:solidFill>
              </a:defRPr>
            </a:pPr>
            <a:r>
              <a:rPr sz="1425" b="1">
                <a:solidFill>
                  <a:srgbClr val="005596"/>
                </a:solidFill>
              </a:rPr>
              <a:t>A apresentação será atualizada a cada incremento relevante e continuará mostrando o vínculo com os quatro FORMs.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37E29-D2CC-4149-B556-5E718CA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D6B75"/>
                </a:solidFill>
              </a:defRPr>
            </a:defPPr>
            <a:lvl1pPr algn="l">
              <a:defRPr sz="825" b="0">
                <a:solidFill>
                  <a:srgbClr val="5D6B75"/>
                </a:solidFill>
              </a:defRPr>
            </a:lvl1pPr>
            <a:lvl2pPr algn="l">
              <a:defRPr sz="825" b="0">
                <a:solidFill>
                  <a:srgbClr val="5D6B75"/>
                </a:solidFill>
              </a:defRPr>
            </a:lvl2pPr>
            <a:lvl3pPr algn="l">
              <a:defRPr sz="825" b="0">
                <a:solidFill>
                  <a:srgbClr val="5D6B75"/>
                </a:solidFill>
              </a:defRPr>
            </a:lvl3pPr>
            <a:lvl4pPr algn="l">
              <a:defRPr sz="825" b="0">
                <a:solidFill>
                  <a:srgbClr val="5D6B75"/>
                </a:solidFill>
              </a:defRPr>
            </a:lvl4pPr>
            <a:lvl5pPr algn="l">
              <a:defRPr sz="825" b="0">
                <a:solidFill>
                  <a:srgbClr val="5D6B75"/>
                </a:solidFill>
              </a:defRPr>
            </a:lvl5pPr>
            <a:lvl6pPr algn="l">
              <a:defRPr sz="825" b="0">
                <a:solidFill>
                  <a:srgbClr val="5D6B75"/>
                </a:solidFill>
              </a:defRPr>
            </a:lvl6pPr>
            <a:lvl7pPr algn="l">
              <a:defRPr sz="825" b="0">
                <a:solidFill>
                  <a:srgbClr val="5D6B75"/>
                </a:solidFill>
              </a:defRPr>
            </a:lvl7pPr>
            <a:lvl8pPr algn="l">
              <a:defRPr sz="825" b="0">
                <a:solidFill>
                  <a:srgbClr val="5D6B75"/>
                </a:solidFill>
              </a:defRPr>
            </a:lvl8pPr>
            <a:lvl9pPr algn="l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Apresentação evolutiva da PoC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558F6-100E-4E6E-B155-8780665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D6B75"/>
                </a:solidFill>
              </a:defRPr>
            </a:defPPr>
            <a:lvl1pPr algn="r">
              <a:defRPr sz="825" b="0">
                <a:solidFill>
                  <a:srgbClr val="5D6B75"/>
                </a:solidFill>
              </a:defRPr>
            </a:lvl1pPr>
            <a:lvl2pPr algn="r">
              <a:defRPr sz="825" b="0">
                <a:solidFill>
                  <a:srgbClr val="5D6B75"/>
                </a:solidFill>
              </a:defRPr>
            </a:lvl2pPr>
            <a:lvl3pPr algn="r">
              <a:defRPr sz="825" b="0">
                <a:solidFill>
                  <a:srgbClr val="5D6B75"/>
                </a:solidFill>
              </a:defRPr>
            </a:lvl3pPr>
            <a:lvl4pPr algn="r">
              <a:defRPr sz="825" b="0">
                <a:solidFill>
                  <a:srgbClr val="5D6B75"/>
                </a:solidFill>
              </a:defRPr>
            </a:lvl4pPr>
            <a:lvl5pPr algn="r">
              <a:defRPr sz="825" b="0">
                <a:solidFill>
                  <a:srgbClr val="5D6B75"/>
                </a:solidFill>
              </a:defRPr>
            </a:lvl5pPr>
            <a:lvl6pPr algn="r">
              <a:defRPr sz="825" b="0">
                <a:solidFill>
                  <a:srgbClr val="5D6B75"/>
                </a:solidFill>
              </a:defRPr>
            </a:lvl6pPr>
            <a:lvl7pPr algn="r">
              <a:defRPr sz="825" b="0">
                <a:solidFill>
                  <a:srgbClr val="5D6B75"/>
                </a:solidFill>
              </a:defRPr>
            </a:lvl7pPr>
            <a:lvl8pPr algn="r">
              <a:defRPr sz="825" b="0">
                <a:solidFill>
                  <a:srgbClr val="5D6B75"/>
                </a:solidFill>
              </a:defRPr>
            </a:lvl8pPr>
            <a:lvl9pPr algn="r">
              <a:defRPr sz="825" b="0">
                <a:solidFill>
                  <a:srgbClr val="5D6B75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D6B75"/>
                </a:solidFill>
              </a:defRPr>
            </a:pPr>
            <a:r>
              <a:rPr sz="825" b="0">
                <a:solidFill>
                  <a:srgbClr val="5D6B7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5875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2026-10-17T11:36:13.4520000Z</dcterms:created>
  <dcterms:modified xsi:type="dcterms:W3CDTF">2026-10-17T11:36:13.4530000Z</dcterms:modified>
</coreProperties>
</file>